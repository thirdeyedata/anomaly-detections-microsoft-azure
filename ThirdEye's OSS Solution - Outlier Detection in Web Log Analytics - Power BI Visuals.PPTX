
<file path=[Content_Types].xml><?xml version="1.0" encoding="utf-8"?>
<Types xmlns="http://schemas.openxmlformats.org/package/2006/content-types">
  <Default Extension="xml" ContentType="application/xml"/>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2" r:id="rId1"/>
  </p:sldMasterIdLst>
  <p:notesMasterIdLst>
    <p:notesMasterId r:id="rId10"/>
  </p:notesMasterIdLst>
  <p:sldIdLst>
    <p:sldId id="256" r:id="rId2"/>
    <p:sldId id="257" r:id="rId3"/>
    <p:sldId id="259" r:id="rId4"/>
    <p:sldId id="260" r:id="rId5"/>
    <p:sldId id="261" r:id="rId6"/>
    <p:sldId id="262" r:id="rId7"/>
    <p:sldId id="263" r:id="rId8"/>
    <p:sldId id="258" r:id="rId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8F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541"/>
  </p:normalViewPr>
  <p:slideViewPr>
    <p:cSldViewPr snapToGrid="0">
      <p:cViewPr varScale="1">
        <p:scale>
          <a:sx n="162" d="100"/>
          <a:sy n="162" d="100"/>
        </p:scale>
        <p:origin x="2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800" cy="457200"/>
          </a:xfrm>
          <a:prstGeom prst="rect">
            <a:avLst/>
          </a:prstGeom>
          <a:noFill/>
          <a:ln>
            <a:noFill/>
          </a:ln>
        </p:spPr>
        <p:txBody>
          <a:bodyPr spcFirstLastPara="1" wrap="square" lIns="91425" tIns="91425" rIns="91425" bIns="91425" anchor="t"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4" name="Shape 4"/>
          <p:cNvSpPr txBox="1">
            <a:spLocks noGrp="1"/>
          </p:cNvSpPr>
          <p:nvPr>
            <p:ph type="dt" idx="10"/>
          </p:nvPr>
        </p:nvSpPr>
        <p:spPr>
          <a:xfrm>
            <a:off x="3884613" y="0"/>
            <a:ext cx="2971800" cy="457200"/>
          </a:xfrm>
          <a:prstGeom prst="rect">
            <a:avLst/>
          </a:prstGeom>
          <a:noFill/>
          <a:ln>
            <a:noFill/>
          </a:ln>
        </p:spPr>
        <p:txBody>
          <a:bodyPr spcFirstLastPara="1" wrap="square" lIns="91425" tIns="91425" rIns="91425" bIns="91425" anchor="t"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5" name="Shape 5"/>
          <p:cNvSpPr>
            <a:spLocks noGrp="1" noRot="1" noChangeAspect="1"/>
          </p:cNvSpPr>
          <p:nvPr>
            <p:ph type="sldImg" idx="3"/>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Shape 6"/>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marR="0" lvl="0" indent="-317500" algn="l" rtl="0">
              <a:spcBef>
                <a:spcPts val="0"/>
              </a:spcBef>
              <a:spcAft>
                <a:spcPts val="0"/>
              </a:spcAft>
              <a:buSzPts val="1400"/>
              <a:buChar char="●"/>
              <a:defRPr/>
            </a:lvl1pPr>
            <a:lvl2pPr marL="914400" marR="0" lvl="1" indent="-317500" algn="l" rtl="0">
              <a:spcBef>
                <a:spcPts val="0"/>
              </a:spcBef>
              <a:spcAft>
                <a:spcPts val="0"/>
              </a:spcAft>
              <a:buSzPts val="1400"/>
              <a:buChar char="○"/>
              <a:defRPr/>
            </a:lvl2pPr>
            <a:lvl3pPr marL="1371600" marR="0" lvl="2" indent="-317500" algn="l" rtl="0">
              <a:spcBef>
                <a:spcPts val="0"/>
              </a:spcBef>
              <a:spcAft>
                <a:spcPts val="0"/>
              </a:spcAft>
              <a:buSzPts val="1400"/>
              <a:buChar char="■"/>
              <a:defRPr/>
            </a:lvl3pPr>
            <a:lvl4pPr marL="1828800" marR="0" lvl="3" indent="-317500" algn="l" rtl="0">
              <a:spcBef>
                <a:spcPts val="0"/>
              </a:spcBef>
              <a:spcAft>
                <a:spcPts val="0"/>
              </a:spcAft>
              <a:buSzPts val="1400"/>
              <a:buChar char="●"/>
              <a:defRPr/>
            </a:lvl4pPr>
            <a:lvl5pPr marL="2286000" marR="0" lvl="4" indent="-317500" algn="l" rtl="0">
              <a:spcBef>
                <a:spcPts val="0"/>
              </a:spcBef>
              <a:spcAft>
                <a:spcPts val="0"/>
              </a:spcAft>
              <a:buSzPts val="1400"/>
              <a:buChar char="○"/>
              <a:defRPr/>
            </a:lvl5pPr>
            <a:lvl6pPr marL="2743200" marR="0" lvl="5" indent="-317500" algn="l" rtl="0">
              <a:spcBef>
                <a:spcPts val="0"/>
              </a:spcBef>
              <a:spcAft>
                <a:spcPts val="0"/>
              </a:spcAft>
              <a:buSzPts val="1400"/>
              <a:buChar char="■"/>
              <a:defRPr/>
            </a:lvl6pPr>
            <a:lvl7pPr marL="3200400" marR="0" lvl="6" indent="-317500" algn="l" rtl="0">
              <a:spcBef>
                <a:spcPts val="0"/>
              </a:spcBef>
              <a:spcAft>
                <a:spcPts val="0"/>
              </a:spcAft>
              <a:buSzPts val="1400"/>
              <a:buChar char="●"/>
              <a:defRPr/>
            </a:lvl7pPr>
            <a:lvl8pPr marL="3657600" marR="0" lvl="7" indent="-317500" algn="l" rtl="0">
              <a:spcBef>
                <a:spcPts val="0"/>
              </a:spcBef>
              <a:spcAft>
                <a:spcPts val="0"/>
              </a:spcAft>
              <a:buSzPts val="1400"/>
              <a:buChar char="○"/>
              <a:defRPr/>
            </a:lvl8pPr>
            <a:lvl9pPr marL="4114800" marR="0" lvl="8" indent="-317500" algn="l" rtl="0">
              <a:spcBef>
                <a:spcPts val="0"/>
              </a:spcBef>
              <a:spcAft>
                <a:spcPts val="0"/>
              </a:spcAft>
              <a:buSzPts val="1400"/>
              <a:buChar char="■"/>
              <a:defRPr/>
            </a:lvl9pPr>
          </a:lstStyle>
          <a:p>
            <a:endParaRPr/>
          </a:p>
        </p:txBody>
      </p:sp>
      <p:sp>
        <p:nvSpPr>
          <p:cNvPr id="7" name="Shape 7"/>
          <p:cNvSpPr txBox="1">
            <a:spLocks noGrp="1"/>
          </p:cNvSpPr>
          <p:nvPr>
            <p:ph type="ftr" idx="11"/>
          </p:nvPr>
        </p:nvSpPr>
        <p:spPr>
          <a:xfrm>
            <a:off x="0" y="8685213"/>
            <a:ext cx="2971800" cy="457200"/>
          </a:xfrm>
          <a:prstGeom prst="rect">
            <a:avLst/>
          </a:prstGeom>
          <a:noFill/>
          <a:ln>
            <a:noFill/>
          </a:ln>
        </p:spPr>
        <p:txBody>
          <a:bodyPr spcFirstLastPara="1" wrap="square" lIns="91425" tIns="91425" rIns="91425" bIns="91425" anchor="b"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8" name="Shape 8"/>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7783283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Shape 2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9" name="Shape 29"/>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30" name="Shape 30"/>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Clr>
                <a:srgbClr val="000000"/>
              </a:buClr>
              <a:buFont typeface="Arial"/>
              <a:buNone/>
            </a:pPr>
            <a:fld id="{00000000-1234-1234-1234-123412341234}" type="slidenum">
              <a:rPr lang="en-US"/>
              <a:t>1</a:t>
            </a:fld>
            <a:endParaRPr/>
          </a:p>
        </p:txBody>
      </p:sp>
    </p:spTree>
    <p:extLst>
      <p:ext uri="{BB962C8B-B14F-4D97-AF65-F5344CB8AC3E}">
        <p14:creationId xmlns:p14="http://schemas.microsoft.com/office/powerpoint/2010/main" val="4188984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 name="Shape 37"/>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38" name="Shape 38"/>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2</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098611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 name="Shape 37"/>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38" name="Shape 38"/>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3</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195424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 name="Shape 37"/>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38" name="Shape 38"/>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4</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689446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 name="Shape 37"/>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38" name="Shape 38"/>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5</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34306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 name="Shape 37"/>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38" name="Shape 38"/>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6</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37507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 name="Shape 37"/>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38" name="Shape 38"/>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7</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83010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Shape 4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 name="Shape 45"/>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46" name="Shape 46"/>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8</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7935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11"/>
        <p:cNvGrpSpPr/>
        <p:nvPr/>
      </p:nvGrpSpPr>
      <p:grpSpPr>
        <a:xfrm>
          <a:off x="0" y="0"/>
          <a:ext cx="0" cy="0"/>
          <a:chOff x="0" y="0"/>
          <a:chExt cx="0" cy="0"/>
        </a:xfrm>
      </p:grpSpPr>
      <p:sp>
        <p:nvSpPr>
          <p:cNvPr id="12" name="Shape 12"/>
          <p:cNvSpPr txBox="1">
            <a:spLocks noGrp="1"/>
          </p:cNvSpPr>
          <p:nvPr>
            <p:ph type="title"/>
          </p:nvPr>
        </p:nvSpPr>
        <p:spPr>
          <a:xfrm>
            <a:off x="457200" y="206375"/>
            <a:ext cx="8229600" cy="857250"/>
          </a:xfrm>
          <a:prstGeom prst="rect">
            <a:avLst/>
          </a:prstGeom>
          <a:noFill/>
          <a:ln>
            <a:noFill/>
          </a:ln>
        </p:spPr>
        <p:txBody>
          <a:bodyPr spcFirstLastPara="1" wrap="square" lIns="91425" tIns="91425" rIns="91425" bIns="91425" anchor="t" anchorCtr="0"/>
          <a:lstStyle>
            <a:lvl1pPr lvl="0" algn="l" rtl="0">
              <a:spcBef>
                <a:spcPts val="0"/>
              </a:spcBef>
              <a:spcAft>
                <a:spcPts val="0"/>
              </a:spcAft>
              <a:buClr>
                <a:schemeClr val="dk2"/>
              </a:buClr>
              <a:buSzPts val="1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Shape 14"/>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Arial"/>
                <a:ea typeface="Arial"/>
                <a:cs typeface="Arial"/>
                <a:sym typeface="Arial"/>
              </a:defRPr>
            </a:lvl1pPr>
            <a:lvl2pPr marL="0" marR="0" lvl="1" indent="0" algn="l" rtl="0">
              <a:spcBef>
                <a:spcPts val="0"/>
              </a:spcBef>
              <a:buNone/>
              <a:defRPr sz="1800" b="0" i="0" u="none" strike="noStrike" cap="none">
                <a:solidFill>
                  <a:schemeClr val="dk1"/>
                </a:solidFill>
                <a:latin typeface="Arial"/>
                <a:ea typeface="Arial"/>
                <a:cs typeface="Arial"/>
                <a:sym typeface="Arial"/>
              </a:defRPr>
            </a:lvl2pPr>
            <a:lvl3pPr marL="0" marR="0" lvl="2" indent="0" algn="l" rtl="0">
              <a:spcBef>
                <a:spcPts val="0"/>
              </a:spcBef>
              <a:buNone/>
              <a:defRPr sz="1800" b="0" i="0" u="none" strike="noStrike" cap="none">
                <a:solidFill>
                  <a:schemeClr val="dk1"/>
                </a:solidFill>
                <a:latin typeface="Arial"/>
                <a:ea typeface="Arial"/>
                <a:cs typeface="Arial"/>
                <a:sym typeface="Arial"/>
              </a:defRPr>
            </a:lvl3pPr>
            <a:lvl4pPr marL="0" marR="0" lvl="3" indent="0" algn="l" rtl="0">
              <a:spcBef>
                <a:spcPts val="0"/>
              </a:spcBef>
              <a:buNone/>
              <a:defRPr sz="1800" b="0" i="0" u="none" strike="noStrike" cap="none">
                <a:solidFill>
                  <a:schemeClr val="dk1"/>
                </a:solidFill>
                <a:latin typeface="Arial"/>
                <a:ea typeface="Arial"/>
                <a:cs typeface="Arial"/>
                <a:sym typeface="Arial"/>
              </a:defRPr>
            </a:lvl4pPr>
            <a:lvl5pPr marL="0" marR="0" lvl="4" indent="0" algn="l" rtl="0">
              <a:spcBef>
                <a:spcPts val="0"/>
              </a:spcBef>
              <a:buNone/>
              <a:defRPr sz="1800" b="0" i="0" u="none" strike="noStrike" cap="none">
                <a:solidFill>
                  <a:schemeClr val="dk1"/>
                </a:solidFill>
                <a:latin typeface="Arial"/>
                <a:ea typeface="Arial"/>
                <a:cs typeface="Arial"/>
                <a:sym typeface="Arial"/>
              </a:defRPr>
            </a:lvl5pPr>
            <a:lvl6pPr marL="0" marR="0" lvl="5" indent="0" algn="l" rtl="0">
              <a:spcBef>
                <a:spcPts val="0"/>
              </a:spcBef>
              <a:buNone/>
              <a:defRPr sz="1800" b="0" i="0" u="none" strike="noStrike" cap="none">
                <a:solidFill>
                  <a:schemeClr val="dk1"/>
                </a:solidFill>
                <a:latin typeface="Arial"/>
                <a:ea typeface="Arial"/>
                <a:cs typeface="Arial"/>
                <a:sym typeface="Arial"/>
              </a:defRPr>
            </a:lvl6pPr>
            <a:lvl7pPr marL="0" marR="0" lvl="6" indent="0" algn="l" rtl="0">
              <a:spcBef>
                <a:spcPts val="0"/>
              </a:spcBef>
              <a:buNone/>
              <a:defRPr sz="1800" b="0" i="0" u="none" strike="noStrike" cap="none">
                <a:solidFill>
                  <a:schemeClr val="dk1"/>
                </a:solidFill>
                <a:latin typeface="Arial"/>
                <a:ea typeface="Arial"/>
                <a:cs typeface="Arial"/>
                <a:sym typeface="Arial"/>
              </a:defRPr>
            </a:lvl7pPr>
            <a:lvl8pPr marL="0" marR="0" lvl="7" indent="0" algn="l" rtl="0">
              <a:spcBef>
                <a:spcPts val="0"/>
              </a:spcBef>
              <a:buNone/>
              <a:defRPr sz="1800" b="0" i="0" u="none" strike="noStrike" cap="none">
                <a:solidFill>
                  <a:schemeClr val="dk1"/>
                </a:solidFill>
                <a:latin typeface="Arial"/>
                <a:ea typeface="Arial"/>
                <a:cs typeface="Arial"/>
                <a:sym typeface="Arial"/>
              </a:defRPr>
            </a:lvl8pPr>
            <a:lvl9pPr marL="0" marR="0" lvl="8" indent="0" algn="l" rtl="0">
              <a:spcBef>
                <a:spcPts val="0"/>
              </a:spcBef>
              <a:buNone/>
              <a:defRPr sz="1800" b="0" i="0" u="none" strike="noStrike" cap="none">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pic>
        <p:nvPicPr>
          <p:cNvPr id="15" name="Shape 15" descr="logo_te_125x125.png"/>
          <p:cNvPicPr preferRelativeResize="0"/>
          <p:nvPr/>
        </p:nvPicPr>
        <p:blipFill>
          <a:blip r:embed="rId2">
            <a:alphaModFix/>
          </a:blip>
          <a:stretch>
            <a:fillRect/>
          </a:stretch>
        </p:blipFill>
        <p:spPr>
          <a:xfrm>
            <a:off x="8319070" y="160169"/>
            <a:ext cx="657925" cy="6579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609600" y="118110"/>
            <a:ext cx="8153400" cy="1005840"/>
          </a:xfrm>
          <a:prstGeom prst="rect">
            <a:avLst/>
          </a:prstGeom>
          <a:noFill/>
          <a:ln>
            <a:noFill/>
          </a:ln>
        </p:spPr>
        <p:txBody>
          <a:bodyPr spcFirstLastPara="1" wrap="square" lIns="91425" tIns="91425" rIns="91425" bIns="91425" anchor="t" anchorCtr="0"/>
          <a:lstStyle>
            <a:lvl1pPr lvl="0" algn="l" rtl="0">
              <a:spcBef>
                <a:spcPts val="0"/>
              </a:spcBef>
              <a:spcAft>
                <a:spcPts val="0"/>
              </a:spcAft>
              <a:buClr>
                <a:schemeClr val="dk2"/>
              </a:buClr>
              <a:buSzPts val="1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18" name="Shape 18"/>
          <p:cNvSpPr txBox="1">
            <a:spLocks noGrp="1"/>
          </p:cNvSpPr>
          <p:nvPr>
            <p:ph type="dt" idx="10"/>
          </p:nvPr>
        </p:nvSpPr>
        <p:spPr>
          <a:xfrm>
            <a:off x="6096000" y="4686300"/>
            <a:ext cx="2667000" cy="273844"/>
          </a:xfrm>
          <a:prstGeom prst="rect">
            <a:avLst/>
          </a:prstGeom>
          <a:noFill/>
          <a:ln>
            <a:noFill/>
          </a:ln>
        </p:spPr>
        <p:txBody>
          <a:bodyPr spcFirstLastPara="1" wrap="square" lIns="91425" tIns="91425" rIns="91425" bIns="91425" anchor="t"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19" name="Shape 19"/>
          <p:cNvSpPr txBox="1">
            <a:spLocks noGrp="1"/>
          </p:cNvSpPr>
          <p:nvPr>
            <p:ph type="ftr" idx="11"/>
          </p:nvPr>
        </p:nvSpPr>
        <p:spPr>
          <a:xfrm>
            <a:off x="609601" y="4686155"/>
            <a:ext cx="5421083" cy="273844"/>
          </a:xfrm>
          <a:prstGeom prst="rect">
            <a:avLst/>
          </a:prstGeom>
          <a:noFill/>
          <a:ln>
            <a:noFill/>
          </a:ln>
        </p:spPr>
        <p:txBody>
          <a:bodyPr spcFirstLastPara="1" wrap="square" lIns="91425" tIns="91425" rIns="91425" bIns="91425" anchor="t"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20" name="Shape 20"/>
          <p:cNvSpPr txBox="1">
            <a:spLocks noGrp="1"/>
          </p:cNvSpPr>
          <p:nvPr>
            <p:ph type="sldNum" idx="12"/>
          </p:nvPr>
        </p:nvSpPr>
        <p:spPr>
          <a:xfrm>
            <a:off x="0" y="1123507"/>
            <a:ext cx="609600" cy="152843"/>
          </a:xfrm>
          <a:prstGeom prst="rect">
            <a:avLst/>
          </a:prstGeom>
          <a:noFill/>
          <a:ln>
            <a:noFill/>
          </a:ln>
        </p:spPr>
        <p:txBody>
          <a:bodyPr spcFirstLastPara="1" wrap="square" lIns="91425" tIns="45700" rIns="91425" bIns="45700" anchor="t" anchorCtr="0">
            <a:noAutofit/>
          </a:bodyPr>
          <a:lstStyle>
            <a:lvl1pPr marL="0" marR="0" lvl="0" indent="0" algn="ctr" rtl="0">
              <a:spcBef>
                <a:spcPts val="0"/>
              </a:spcBef>
              <a:buNone/>
              <a:defRPr sz="1400" b="1" i="0" u="none" strike="noStrike" cap="none">
                <a:solidFill>
                  <a:srgbClr val="FFFFFF"/>
                </a:solidFill>
                <a:latin typeface="Arial"/>
                <a:ea typeface="Arial"/>
                <a:cs typeface="Arial"/>
                <a:sym typeface="Arial"/>
              </a:defRPr>
            </a:lvl1pPr>
            <a:lvl2pPr marL="0" marR="0" lvl="1" indent="0" algn="ctr" rtl="0">
              <a:spcBef>
                <a:spcPts val="0"/>
              </a:spcBef>
              <a:buNone/>
              <a:defRPr sz="1400" b="1" i="0" u="none" strike="noStrike" cap="none">
                <a:solidFill>
                  <a:srgbClr val="FFFFFF"/>
                </a:solidFill>
                <a:latin typeface="Arial"/>
                <a:ea typeface="Arial"/>
                <a:cs typeface="Arial"/>
                <a:sym typeface="Arial"/>
              </a:defRPr>
            </a:lvl2pPr>
            <a:lvl3pPr marL="0" marR="0" lvl="2" indent="0" algn="ctr" rtl="0">
              <a:spcBef>
                <a:spcPts val="0"/>
              </a:spcBef>
              <a:buNone/>
              <a:defRPr sz="1400" b="1" i="0" u="none" strike="noStrike" cap="none">
                <a:solidFill>
                  <a:srgbClr val="FFFFFF"/>
                </a:solidFill>
                <a:latin typeface="Arial"/>
                <a:ea typeface="Arial"/>
                <a:cs typeface="Arial"/>
                <a:sym typeface="Arial"/>
              </a:defRPr>
            </a:lvl3pPr>
            <a:lvl4pPr marL="0" marR="0" lvl="3" indent="0" algn="ctr" rtl="0">
              <a:spcBef>
                <a:spcPts val="0"/>
              </a:spcBef>
              <a:buNone/>
              <a:defRPr sz="1400" b="1" i="0" u="none" strike="noStrike" cap="none">
                <a:solidFill>
                  <a:srgbClr val="FFFFFF"/>
                </a:solidFill>
                <a:latin typeface="Arial"/>
                <a:ea typeface="Arial"/>
                <a:cs typeface="Arial"/>
                <a:sym typeface="Arial"/>
              </a:defRPr>
            </a:lvl4pPr>
            <a:lvl5pPr marL="0" marR="0" lvl="4" indent="0" algn="ctr" rtl="0">
              <a:spcBef>
                <a:spcPts val="0"/>
              </a:spcBef>
              <a:buNone/>
              <a:defRPr sz="1400" b="1" i="0" u="none" strike="noStrike" cap="none">
                <a:solidFill>
                  <a:srgbClr val="FFFFFF"/>
                </a:solidFill>
                <a:latin typeface="Arial"/>
                <a:ea typeface="Arial"/>
                <a:cs typeface="Arial"/>
                <a:sym typeface="Arial"/>
              </a:defRPr>
            </a:lvl5pPr>
            <a:lvl6pPr marL="0" marR="0" lvl="5" indent="0" algn="ctr" rtl="0">
              <a:spcBef>
                <a:spcPts val="0"/>
              </a:spcBef>
              <a:buNone/>
              <a:defRPr sz="1400" b="1" i="0" u="none" strike="noStrike" cap="none">
                <a:solidFill>
                  <a:srgbClr val="FFFFFF"/>
                </a:solidFill>
                <a:latin typeface="Arial"/>
                <a:ea typeface="Arial"/>
                <a:cs typeface="Arial"/>
                <a:sym typeface="Arial"/>
              </a:defRPr>
            </a:lvl6pPr>
            <a:lvl7pPr marL="0" marR="0" lvl="6" indent="0" algn="ctr" rtl="0">
              <a:spcBef>
                <a:spcPts val="0"/>
              </a:spcBef>
              <a:buNone/>
              <a:defRPr sz="1400" b="1" i="0" u="none" strike="noStrike" cap="none">
                <a:solidFill>
                  <a:srgbClr val="FFFFFF"/>
                </a:solidFill>
                <a:latin typeface="Arial"/>
                <a:ea typeface="Arial"/>
                <a:cs typeface="Arial"/>
                <a:sym typeface="Arial"/>
              </a:defRPr>
            </a:lvl7pPr>
            <a:lvl8pPr marL="0" marR="0" lvl="7" indent="0" algn="ctr" rtl="0">
              <a:spcBef>
                <a:spcPts val="0"/>
              </a:spcBef>
              <a:buNone/>
              <a:defRPr sz="1400" b="1" i="0" u="none" strike="noStrike" cap="none">
                <a:solidFill>
                  <a:srgbClr val="FFFFFF"/>
                </a:solidFill>
                <a:latin typeface="Arial"/>
                <a:ea typeface="Arial"/>
                <a:cs typeface="Arial"/>
                <a:sym typeface="Arial"/>
              </a:defRPr>
            </a:lvl8pPr>
            <a:lvl9pPr marL="0" marR="0" lvl="8" indent="0" algn="ctr" rtl="0">
              <a:spcBef>
                <a:spcPts val="0"/>
              </a:spcBef>
              <a:buNone/>
              <a:defRPr sz="1400" b="1" i="0" u="none" strike="noStrike" cap="none">
                <a:solidFill>
                  <a:srgbClr val="FFFFFF"/>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sz="1800" b="0">
              <a:solidFill>
                <a:schemeClr val="dk1"/>
              </a:solidFill>
            </a:endParaRPr>
          </a:p>
        </p:txBody>
      </p:sp>
      <p:sp>
        <p:nvSpPr>
          <p:cNvPr id="21" name="Shape 21"/>
          <p:cNvSpPr txBox="1">
            <a:spLocks noGrp="1"/>
          </p:cNvSpPr>
          <p:nvPr>
            <p:ph type="body" idx="1"/>
          </p:nvPr>
        </p:nvSpPr>
        <p:spPr>
          <a:xfrm>
            <a:off x="609600" y="1352550"/>
            <a:ext cx="8153400" cy="3276600"/>
          </a:xfrm>
          <a:prstGeom prst="rect">
            <a:avLst/>
          </a:prstGeom>
          <a:noFill/>
          <a:ln>
            <a:noFill/>
          </a:ln>
        </p:spPr>
        <p:txBody>
          <a:bodyPr spcFirstLastPara="1" wrap="square" lIns="91425" tIns="91425" rIns="91425" bIns="91425" anchor="t" anchorCtr="0"/>
          <a:lstStyle>
            <a:lvl1pPr marL="457200" lvl="0" indent="-317500" algn="l" rtl="0">
              <a:spcBef>
                <a:spcPts val="700"/>
              </a:spcBef>
              <a:spcAft>
                <a:spcPts val="0"/>
              </a:spcAft>
              <a:buClr>
                <a:schemeClr val="accent2"/>
              </a:buClr>
              <a:buSzPts val="1400"/>
              <a:buFont typeface="Noto Symbol"/>
              <a:buChar char="◻"/>
              <a:defRPr/>
            </a:lvl1pPr>
            <a:lvl2pPr marL="914400" lvl="1" indent="-317500" algn="l" rtl="0">
              <a:spcBef>
                <a:spcPts val="550"/>
              </a:spcBef>
              <a:spcAft>
                <a:spcPts val="0"/>
              </a:spcAft>
              <a:buClr>
                <a:schemeClr val="accent1"/>
              </a:buClr>
              <a:buSzPts val="1400"/>
              <a:buFont typeface="Noto Symbol"/>
              <a:buChar char="⬜"/>
              <a:defRPr/>
            </a:lvl2pPr>
            <a:lvl3pPr marL="1371600" lvl="2" indent="-317500" algn="l" rtl="0">
              <a:spcBef>
                <a:spcPts val="500"/>
              </a:spcBef>
              <a:spcAft>
                <a:spcPts val="0"/>
              </a:spcAft>
              <a:buClr>
                <a:schemeClr val="accent2"/>
              </a:buClr>
              <a:buSzPts val="1400"/>
              <a:buFont typeface="Noto Symbol"/>
              <a:buChar char="■"/>
              <a:defRPr/>
            </a:lvl3pPr>
            <a:lvl4pPr marL="1828800" lvl="3" indent="-317500" algn="l" rtl="0">
              <a:spcBef>
                <a:spcPts val="400"/>
              </a:spcBef>
              <a:spcAft>
                <a:spcPts val="0"/>
              </a:spcAft>
              <a:buClr>
                <a:schemeClr val="accent3"/>
              </a:buClr>
              <a:buSzPts val="1400"/>
              <a:buFont typeface="Noto Symbol"/>
              <a:buChar char="■"/>
              <a:defRPr/>
            </a:lvl4pPr>
            <a:lvl5pPr marL="2286000" lvl="4" indent="-317500" algn="l" rtl="0">
              <a:spcBef>
                <a:spcPts val="400"/>
              </a:spcBef>
              <a:spcAft>
                <a:spcPts val="0"/>
              </a:spcAft>
              <a:buClr>
                <a:schemeClr val="accent4"/>
              </a:buClr>
              <a:buSzPts val="1400"/>
              <a:buFont typeface="Noto Symbol"/>
              <a:buChar char="■"/>
              <a:defRPr/>
            </a:lvl5pPr>
            <a:lvl6pPr marL="2743200" lvl="5" indent="-228600" algn="l" rtl="0">
              <a:spcBef>
                <a:spcPts val="360"/>
              </a:spcBef>
              <a:spcAft>
                <a:spcPts val="0"/>
              </a:spcAft>
              <a:buClr>
                <a:schemeClr val="accent1"/>
              </a:buClr>
              <a:buSzPts val="1400"/>
              <a:buFont typeface="Noto Symbol"/>
              <a:buNone/>
              <a:defRPr/>
            </a:lvl6pPr>
            <a:lvl7pPr marL="3200400" lvl="6" indent="-317500" algn="l" rtl="0">
              <a:spcBef>
                <a:spcPts val="360"/>
              </a:spcBef>
              <a:spcAft>
                <a:spcPts val="0"/>
              </a:spcAft>
              <a:buClr>
                <a:schemeClr val="accent2"/>
              </a:buClr>
              <a:buSzPts val="1400"/>
              <a:buFont typeface="Noto Symbol"/>
              <a:buChar char="▪"/>
              <a:defRPr/>
            </a:lvl7pPr>
            <a:lvl8pPr marL="3657600" lvl="7" indent="-317500" algn="l" rtl="0">
              <a:spcBef>
                <a:spcPts val="360"/>
              </a:spcBef>
              <a:spcAft>
                <a:spcPts val="0"/>
              </a:spcAft>
              <a:buClr>
                <a:schemeClr val="accent3"/>
              </a:buClr>
              <a:buSzPts val="1400"/>
              <a:buFont typeface="Noto Symbol"/>
              <a:buChar char="▪"/>
              <a:defRPr/>
            </a:lvl8pPr>
            <a:lvl9pPr marL="4114800" lvl="8" indent="-317500" algn="l" rtl="0">
              <a:spcBef>
                <a:spcPts val="360"/>
              </a:spcBef>
              <a:spcAft>
                <a:spcPts val="0"/>
              </a:spcAft>
              <a:buClr>
                <a:schemeClr val="accent4"/>
              </a:buClr>
              <a:buSzPts val="1400"/>
              <a:buFont typeface="Noto Symbol"/>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22"/>
        <p:cNvGrpSpPr/>
        <p:nvPr/>
      </p:nvGrpSpPr>
      <p:grpSpPr>
        <a:xfrm>
          <a:off x="0" y="0"/>
          <a:ext cx="0" cy="0"/>
          <a:chOff x="0" y="0"/>
          <a:chExt cx="0" cy="0"/>
        </a:xfrm>
      </p:grpSpPr>
      <p:sp>
        <p:nvSpPr>
          <p:cNvPr id="23" name="Shape 23"/>
          <p:cNvSpPr txBox="1">
            <a:spLocks noGrp="1"/>
          </p:cNvSpPr>
          <p:nvPr>
            <p:ph type="dt" idx="10"/>
          </p:nvPr>
        </p:nvSpPr>
        <p:spPr>
          <a:xfrm>
            <a:off x="457200" y="4767263"/>
            <a:ext cx="2133600" cy="273844"/>
          </a:xfrm>
          <a:prstGeom prst="rect">
            <a:avLst/>
          </a:prstGeom>
          <a:noFill/>
          <a:ln>
            <a:noFill/>
          </a:ln>
        </p:spPr>
        <p:txBody>
          <a:bodyPr spcFirstLastPara="1" wrap="square" lIns="91425" tIns="91425" rIns="91425" bIns="91425" anchor="t"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24" name="Shape 24"/>
          <p:cNvSpPr txBox="1">
            <a:spLocks noGrp="1"/>
          </p:cNvSpPr>
          <p:nvPr>
            <p:ph type="ftr" idx="11"/>
          </p:nvPr>
        </p:nvSpPr>
        <p:spPr>
          <a:xfrm>
            <a:off x="3124200" y="4767263"/>
            <a:ext cx="2895600" cy="273844"/>
          </a:xfrm>
          <a:prstGeom prst="rect">
            <a:avLst/>
          </a:prstGeom>
          <a:noFill/>
          <a:ln>
            <a:noFill/>
          </a:ln>
        </p:spPr>
        <p:txBody>
          <a:bodyPr spcFirstLastPara="1" wrap="square" lIns="91425" tIns="91425" rIns="91425" bIns="91425" anchor="t"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25" name="Shape 2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Arial"/>
                <a:ea typeface="Arial"/>
                <a:cs typeface="Arial"/>
                <a:sym typeface="Arial"/>
              </a:defRPr>
            </a:lvl1pPr>
            <a:lvl2pPr marL="0" marR="0" lvl="1" indent="0" algn="l" rtl="0">
              <a:spcBef>
                <a:spcPts val="0"/>
              </a:spcBef>
              <a:buNone/>
              <a:defRPr sz="1800" b="0" i="0" u="none" strike="noStrike" cap="none">
                <a:solidFill>
                  <a:schemeClr val="dk1"/>
                </a:solidFill>
                <a:latin typeface="Arial"/>
                <a:ea typeface="Arial"/>
                <a:cs typeface="Arial"/>
                <a:sym typeface="Arial"/>
              </a:defRPr>
            </a:lvl2pPr>
            <a:lvl3pPr marL="0" marR="0" lvl="2" indent="0" algn="l" rtl="0">
              <a:spcBef>
                <a:spcPts val="0"/>
              </a:spcBef>
              <a:buNone/>
              <a:defRPr sz="1800" b="0" i="0" u="none" strike="noStrike" cap="none">
                <a:solidFill>
                  <a:schemeClr val="dk1"/>
                </a:solidFill>
                <a:latin typeface="Arial"/>
                <a:ea typeface="Arial"/>
                <a:cs typeface="Arial"/>
                <a:sym typeface="Arial"/>
              </a:defRPr>
            </a:lvl3pPr>
            <a:lvl4pPr marL="0" marR="0" lvl="3" indent="0" algn="l" rtl="0">
              <a:spcBef>
                <a:spcPts val="0"/>
              </a:spcBef>
              <a:buNone/>
              <a:defRPr sz="1800" b="0" i="0" u="none" strike="noStrike" cap="none">
                <a:solidFill>
                  <a:schemeClr val="dk1"/>
                </a:solidFill>
                <a:latin typeface="Arial"/>
                <a:ea typeface="Arial"/>
                <a:cs typeface="Arial"/>
                <a:sym typeface="Arial"/>
              </a:defRPr>
            </a:lvl4pPr>
            <a:lvl5pPr marL="0" marR="0" lvl="4" indent="0" algn="l" rtl="0">
              <a:spcBef>
                <a:spcPts val="0"/>
              </a:spcBef>
              <a:buNone/>
              <a:defRPr sz="1800" b="0" i="0" u="none" strike="noStrike" cap="none">
                <a:solidFill>
                  <a:schemeClr val="dk1"/>
                </a:solidFill>
                <a:latin typeface="Arial"/>
                <a:ea typeface="Arial"/>
                <a:cs typeface="Arial"/>
                <a:sym typeface="Arial"/>
              </a:defRPr>
            </a:lvl5pPr>
            <a:lvl6pPr marL="0" marR="0" lvl="5" indent="0" algn="l" rtl="0">
              <a:spcBef>
                <a:spcPts val="0"/>
              </a:spcBef>
              <a:buNone/>
              <a:defRPr sz="1800" b="0" i="0" u="none" strike="noStrike" cap="none">
                <a:solidFill>
                  <a:schemeClr val="dk1"/>
                </a:solidFill>
                <a:latin typeface="Arial"/>
                <a:ea typeface="Arial"/>
                <a:cs typeface="Arial"/>
                <a:sym typeface="Arial"/>
              </a:defRPr>
            </a:lvl6pPr>
            <a:lvl7pPr marL="0" marR="0" lvl="6" indent="0" algn="l" rtl="0">
              <a:spcBef>
                <a:spcPts val="0"/>
              </a:spcBef>
              <a:buNone/>
              <a:defRPr sz="1800" b="0" i="0" u="none" strike="noStrike" cap="none">
                <a:solidFill>
                  <a:schemeClr val="dk1"/>
                </a:solidFill>
                <a:latin typeface="Arial"/>
                <a:ea typeface="Arial"/>
                <a:cs typeface="Arial"/>
                <a:sym typeface="Arial"/>
              </a:defRPr>
            </a:lvl7pPr>
            <a:lvl8pPr marL="0" marR="0" lvl="7" indent="0" algn="l" rtl="0">
              <a:spcBef>
                <a:spcPts val="0"/>
              </a:spcBef>
              <a:buNone/>
              <a:defRPr sz="1800" b="0" i="0" u="none" strike="noStrike" cap="none">
                <a:solidFill>
                  <a:schemeClr val="dk1"/>
                </a:solidFill>
                <a:latin typeface="Arial"/>
                <a:ea typeface="Arial"/>
                <a:cs typeface="Arial"/>
                <a:sym typeface="Arial"/>
              </a:defRPr>
            </a:lvl8pPr>
            <a:lvl9pPr marL="0" marR="0" lvl="8" indent="0" algn="l" rtl="0">
              <a:spcBef>
                <a:spcPts val="0"/>
              </a:spcBef>
              <a:buNone/>
              <a:defRPr sz="1800" b="0" i="0" u="none" strike="noStrike" cap="none">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pic>
        <p:nvPicPr>
          <p:cNvPr id="26" name="Shape 26"/>
          <p:cNvPicPr preferRelativeResize="0"/>
          <p:nvPr/>
        </p:nvPicPr>
        <p:blipFill rotWithShape="1">
          <a:blip r:embed="rId2">
            <a:alphaModFix/>
          </a:blip>
          <a:srcRect/>
          <a:stretch/>
        </p:blipFill>
        <p:spPr>
          <a:xfrm>
            <a:off x="8002710" y="57150"/>
            <a:ext cx="1065090" cy="599113"/>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body" idx="1"/>
          </p:nvPr>
        </p:nvSpPr>
        <p:spPr>
          <a:xfrm>
            <a:off x="304800" y="285750"/>
            <a:ext cx="8534400" cy="4495800"/>
          </a:xfrm>
          <a:prstGeom prst="rect">
            <a:avLst/>
          </a:prstGeom>
          <a:noFill/>
          <a:ln>
            <a:noFill/>
          </a:ln>
        </p:spPr>
        <p:txBody>
          <a:bodyPr spcFirstLastPara="1" wrap="square" lIns="91425" tIns="91425" rIns="91425" bIns="91425" anchor="t" anchorCtr="0"/>
          <a:lstStyle>
            <a:lvl1pPr marL="457200" marR="0" lvl="0" indent="-317500" algn="l" rtl="0">
              <a:spcBef>
                <a:spcPts val="700"/>
              </a:spcBef>
              <a:spcAft>
                <a:spcPts val="0"/>
              </a:spcAft>
              <a:buClr>
                <a:schemeClr val="accent2"/>
              </a:buClr>
              <a:buSzPts val="1400"/>
              <a:buFont typeface="Noto Symbol"/>
              <a:buChar char="◻"/>
              <a:defRPr/>
            </a:lvl1pPr>
            <a:lvl2pPr marL="914400" marR="0" lvl="1" indent="-317500" algn="l" rtl="0">
              <a:spcBef>
                <a:spcPts val="550"/>
              </a:spcBef>
              <a:spcAft>
                <a:spcPts val="0"/>
              </a:spcAft>
              <a:buClr>
                <a:schemeClr val="accent1"/>
              </a:buClr>
              <a:buSzPts val="1400"/>
              <a:buFont typeface="Noto Symbol"/>
              <a:buChar char="⬜"/>
              <a:defRPr/>
            </a:lvl2pPr>
            <a:lvl3pPr marL="1371600" marR="0" lvl="2" indent="-317500" algn="l" rtl="0">
              <a:spcBef>
                <a:spcPts val="500"/>
              </a:spcBef>
              <a:spcAft>
                <a:spcPts val="0"/>
              </a:spcAft>
              <a:buClr>
                <a:schemeClr val="accent2"/>
              </a:buClr>
              <a:buSzPts val="1400"/>
              <a:buFont typeface="Noto Symbol"/>
              <a:buChar char="■"/>
              <a:defRPr/>
            </a:lvl3pPr>
            <a:lvl4pPr marL="1828800" marR="0" lvl="3" indent="-317500" algn="l" rtl="0">
              <a:spcBef>
                <a:spcPts val="400"/>
              </a:spcBef>
              <a:spcAft>
                <a:spcPts val="0"/>
              </a:spcAft>
              <a:buClr>
                <a:schemeClr val="accent3"/>
              </a:buClr>
              <a:buSzPts val="1400"/>
              <a:buFont typeface="Noto Symbol"/>
              <a:buChar char="■"/>
              <a:defRPr/>
            </a:lvl4pPr>
            <a:lvl5pPr marL="2286000" marR="0" lvl="4" indent="-317500" algn="l" rtl="0">
              <a:spcBef>
                <a:spcPts val="400"/>
              </a:spcBef>
              <a:spcAft>
                <a:spcPts val="0"/>
              </a:spcAft>
              <a:buClr>
                <a:schemeClr val="accent4"/>
              </a:buClr>
              <a:buSzPts val="1400"/>
              <a:buFont typeface="Noto Symbol"/>
              <a:buChar char="■"/>
              <a:defRPr/>
            </a:lvl5pPr>
            <a:lvl6pPr marL="2743200" marR="0" lvl="5" indent="-228600" algn="l" rtl="0">
              <a:spcBef>
                <a:spcPts val="360"/>
              </a:spcBef>
              <a:spcAft>
                <a:spcPts val="0"/>
              </a:spcAft>
              <a:buClr>
                <a:schemeClr val="accent1"/>
              </a:buClr>
              <a:buSzPts val="1400"/>
              <a:buFont typeface="Noto Symbol"/>
              <a:buNone/>
              <a:defRPr/>
            </a:lvl6pPr>
            <a:lvl7pPr marL="3200400" marR="0" lvl="6" indent="-317500" algn="l" rtl="0">
              <a:spcBef>
                <a:spcPts val="360"/>
              </a:spcBef>
              <a:spcAft>
                <a:spcPts val="0"/>
              </a:spcAft>
              <a:buClr>
                <a:schemeClr val="accent2"/>
              </a:buClr>
              <a:buSzPts val="1400"/>
              <a:buFont typeface="Noto Symbol"/>
              <a:buChar char="▪"/>
              <a:defRPr/>
            </a:lvl7pPr>
            <a:lvl8pPr marL="3657600" marR="0" lvl="7" indent="-317500" algn="l" rtl="0">
              <a:spcBef>
                <a:spcPts val="360"/>
              </a:spcBef>
              <a:spcAft>
                <a:spcPts val="0"/>
              </a:spcAft>
              <a:buClr>
                <a:schemeClr val="accent3"/>
              </a:buClr>
              <a:buSzPts val="1400"/>
              <a:buFont typeface="Noto Symbol"/>
              <a:buChar char="▪"/>
              <a:defRPr/>
            </a:lvl8pPr>
            <a:lvl9pPr marL="4114800" marR="0" lvl="8" indent="-317500" algn="l" rtl="0">
              <a:spcBef>
                <a:spcPts val="360"/>
              </a:spcBef>
              <a:spcAft>
                <a:spcPts val="0"/>
              </a:spcAft>
              <a:buClr>
                <a:schemeClr val="accent4"/>
              </a:buClr>
              <a:buSzPts val="1400"/>
              <a:buFont typeface="Noto Symbol"/>
              <a:buChar cha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Lst>
  <mc:AlternateContent xmlns:mc="http://schemas.openxmlformats.org/markup-compatibility/2006" xmlns:p14="http://schemas.microsoft.com/office/powerpoint/2010/main">
    <mc:Choice Requires="p14">
      <p:transition spd="slow">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4" Type="http://schemas.openxmlformats.org/officeDocument/2006/relationships/image" Target="../media/image4.jpg"/><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6.png"/><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0.png"/><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2.png"/><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14.png"/><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16.png"/><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
        <p:cNvGrpSpPr/>
        <p:nvPr/>
      </p:nvGrpSpPr>
      <p:grpSpPr>
        <a:xfrm>
          <a:off x="0" y="0"/>
          <a:ext cx="0" cy="0"/>
          <a:chOff x="0" y="0"/>
          <a:chExt cx="0" cy="0"/>
        </a:xfrm>
      </p:grpSpPr>
      <p:pic>
        <p:nvPicPr>
          <p:cNvPr id="32" name="Shape 32" descr="twitter.jpg"/>
          <p:cNvPicPr preferRelativeResize="0"/>
          <p:nvPr/>
        </p:nvPicPr>
        <p:blipFill>
          <a:blip r:embed="rId3">
            <a:alphaModFix/>
          </a:blip>
          <a:stretch>
            <a:fillRect/>
          </a:stretch>
        </p:blipFill>
        <p:spPr>
          <a:xfrm>
            <a:off x="152400" y="152400"/>
            <a:ext cx="8839200" cy="2946400"/>
          </a:xfrm>
          <a:prstGeom prst="rect">
            <a:avLst/>
          </a:prstGeom>
          <a:noFill/>
          <a:ln>
            <a:noFill/>
          </a:ln>
        </p:spPr>
      </p:pic>
      <p:sp>
        <p:nvSpPr>
          <p:cNvPr id="33" name="Shape 33"/>
          <p:cNvSpPr/>
          <p:nvPr/>
        </p:nvSpPr>
        <p:spPr>
          <a:xfrm>
            <a:off x="2304000" y="3098800"/>
            <a:ext cx="6687600" cy="14466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Font typeface="Arial"/>
              <a:buNone/>
            </a:pPr>
            <a:endParaRPr sz="1200" b="1" i="0" u="none" strike="noStrike" cap="none" dirty="0">
              <a:solidFill>
                <a:srgbClr val="0572AB"/>
              </a:solidFill>
              <a:latin typeface="Libre Baskerville"/>
              <a:ea typeface="Libre Baskerville"/>
              <a:cs typeface="Libre Baskerville"/>
              <a:sym typeface="Libre Baskerville"/>
            </a:endParaRPr>
          </a:p>
          <a:p>
            <a:pPr marL="0" marR="0" lvl="0" indent="0" algn="ctr" rtl="0">
              <a:spcBef>
                <a:spcPts val="0"/>
              </a:spcBef>
              <a:spcAft>
                <a:spcPts val="0"/>
              </a:spcAft>
              <a:buClr>
                <a:srgbClr val="679145"/>
              </a:buClr>
              <a:buFont typeface="Quattrocento Sans"/>
              <a:buNone/>
            </a:pPr>
            <a:r>
              <a:rPr lang="en-US" sz="4000" b="1" dirty="0" smtClean="0">
                <a:solidFill>
                  <a:srgbClr val="679145"/>
                </a:solidFill>
                <a:latin typeface="Calibri"/>
                <a:ea typeface="Calibri"/>
                <a:cs typeface="Calibri"/>
                <a:sym typeface="Calibri"/>
              </a:rPr>
              <a:t>Outlier </a:t>
            </a:r>
            <a:r>
              <a:rPr lang="en-US" sz="4000" b="1" dirty="0" smtClean="0">
                <a:solidFill>
                  <a:srgbClr val="679145"/>
                </a:solidFill>
                <a:latin typeface="Calibri"/>
                <a:ea typeface="Calibri"/>
                <a:cs typeface="Calibri"/>
                <a:sym typeface="Calibri"/>
              </a:rPr>
              <a:t>Detection</a:t>
            </a:r>
          </a:p>
          <a:p>
            <a:pPr marL="0" marR="0" lvl="0" indent="0" algn="ctr" rtl="0">
              <a:spcBef>
                <a:spcPts val="0"/>
              </a:spcBef>
              <a:spcAft>
                <a:spcPts val="0"/>
              </a:spcAft>
              <a:buClr>
                <a:srgbClr val="679145"/>
              </a:buClr>
              <a:buFont typeface="Quattrocento Sans"/>
              <a:buNone/>
            </a:pPr>
            <a:r>
              <a:rPr lang="en-US" sz="4000" b="1" dirty="0" smtClean="0">
                <a:solidFill>
                  <a:srgbClr val="679145"/>
                </a:solidFill>
                <a:latin typeface="Calibri"/>
                <a:ea typeface="Calibri"/>
                <a:cs typeface="Calibri"/>
                <a:sym typeface="Calibri"/>
              </a:rPr>
              <a:t>In Web Server logs</a:t>
            </a:r>
            <a:endParaRPr dirty="0">
              <a:solidFill>
                <a:srgbClr val="666666"/>
              </a:solidFill>
              <a:latin typeface="Open Sans"/>
              <a:ea typeface="Open Sans"/>
              <a:cs typeface="Open Sans"/>
              <a:sym typeface="Open Sans"/>
            </a:endParaRPr>
          </a:p>
          <a:p>
            <a:pPr marL="0" lvl="0" indent="0" algn="ctr" rtl="0">
              <a:lnSpc>
                <a:spcPct val="115000"/>
              </a:lnSpc>
              <a:spcBef>
                <a:spcPts val="0"/>
              </a:spcBef>
              <a:spcAft>
                <a:spcPts val="0"/>
              </a:spcAft>
              <a:buClr>
                <a:schemeClr val="dk1"/>
              </a:buClr>
              <a:buSzPts val="1100"/>
              <a:buFont typeface="Arial"/>
              <a:buNone/>
            </a:pPr>
            <a:r>
              <a:rPr lang="en-US" sz="1800" dirty="0" smtClean="0">
                <a:solidFill>
                  <a:srgbClr val="666666"/>
                </a:solidFill>
                <a:latin typeface="Calibri"/>
                <a:ea typeface="Calibri"/>
                <a:cs typeface="Calibri"/>
                <a:sym typeface="Calibri"/>
              </a:rPr>
              <a:t>Microsoft Power </a:t>
            </a:r>
            <a:r>
              <a:rPr lang="en-US" sz="1800" dirty="0" smtClean="0">
                <a:solidFill>
                  <a:srgbClr val="666666"/>
                </a:solidFill>
                <a:latin typeface="Calibri"/>
                <a:ea typeface="Calibri"/>
                <a:cs typeface="Calibri"/>
                <a:sym typeface="Calibri"/>
              </a:rPr>
              <a:t>BI </a:t>
            </a:r>
            <a:r>
              <a:rPr lang="en-US" sz="1800" dirty="0" smtClean="0">
                <a:solidFill>
                  <a:srgbClr val="666666"/>
                </a:solidFill>
                <a:latin typeface="Calibri"/>
                <a:ea typeface="Calibri"/>
                <a:cs typeface="Calibri"/>
                <a:sym typeface="Calibri"/>
              </a:rPr>
              <a:t>Visuals</a:t>
            </a:r>
            <a:endParaRPr sz="1800" b="1" dirty="0">
              <a:solidFill>
                <a:srgbClr val="666666"/>
              </a:solidFill>
              <a:latin typeface="Calibri"/>
              <a:ea typeface="Calibri"/>
              <a:cs typeface="Calibri"/>
              <a:sym typeface="Calibri"/>
            </a:endParaRPr>
          </a:p>
        </p:txBody>
      </p:sp>
      <p:pic>
        <p:nvPicPr>
          <p:cNvPr id="34" name="Shape 34"/>
          <p:cNvPicPr preferRelativeResize="0"/>
          <p:nvPr/>
        </p:nvPicPr>
        <p:blipFill>
          <a:blip r:embed="rId4">
            <a:alphaModFix/>
          </a:blip>
          <a:stretch>
            <a:fillRect/>
          </a:stretch>
        </p:blipFill>
        <p:spPr>
          <a:xfrm>
            <a:off x="152400" y="3220600"/>
            <a:ext cx="1757375" cy="1807100"/>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1" name="Shape 41"/>
          <p:cNvSpPr/>
          <p:nvPr/>
        </p:nvSpPr>
        <p:spPr>
          <a:xfrm>
            <a:off x="47800" y="-15500"/>
            <a:ext cx="8999700" cy="914400"/>
          </a:xfrm>
          <a:prstGeom prst="rect">
            <a:avLst/>
          </a:prstGeom>
          <a:noFill/>
          <a:ln>
            <a:noFill/>
          </a:ln>
        </p:spPr>
        <p:txBody>
          <a:bodyPr spcFirstLastPara="1" wrap="square" lIns="182875" tIns="182875" rIns="182875" bIns="182875" anchor="t" anchorCtr="0">
            <a:noAutofit/>
          </a:bodyPr>
          <a:lstStyle/>
          <a:p>
            <a:pPr marL="0" marR="0" lvl="0" indent="0" algn="l" rtl="0">
              <a:spcBef>
                <a:spcPts val="0"/>
              </a:spcBef>
              <a:spcAft>
                <a:spcPts val="0"/>
              </a:spcAft>
              <a:buNone/>
            </a:pPr>
            <a:r>
              <a:rPr lang="en-US" sz="4800" b="1" dirty="0" smtClean="0">
                <a:solidFill>
                  <a:srgbClr val="679145"/>
                </a:solidFill>
                <a:latin typeface="Calibri"/>
                <a:ea typeface="Calibri"/>
                <a:cs typeface="Calibri"/>
                <a:sym typeface="Calibri"/>
              </a:rPr>
              <a:t>Server Traffic Analysis</a:t>
            </a:r>
            <a:endParaRPr sz="4800" dirty="0">
              <a:latin typeface="Calibri"/>
              <a:ea typeface="Calibri"/>
              <a:cs typeface="Calibri"/>
              <a:sym typeface="Calibri"/>
            </a:endParaRPr>
          </a:p>
        </p:txBody>
      </p:sp>
      <p:pic>
        <p:nvPicPr>
          <p:cNvPr id="42" name="Shape 42" descr="logo_te_125x125.png"/>
          <p:cNvPicPr preferRelativeResize="0"/>
          <p:nvPr/>
        </p:nvPicPr>
        <p:blipFill>
          <a:blip r:embed="rId3">
            <a:alphaModFix/>
          </a:blip>
          <a:stretch>
            <a:fillRect/>
          </a:stretch>
        </p:blipFill>
        <p:spPr>
          <a:xfrm>
            <a:off x="8319070" y="160169"/>
            <a:ext cx="657925" cy="657925"/>
          </a:xfrm>
          <a:prstGeom prst="rect">
            <a:avLst/>
          </a:prstGeom>
          <a:noFill/>
          <a:ln>
            <a:noFill/>
          </a:ln>
        </p:spPr>
      </p:pic>
      <p:pic>
        <p:nvPicPr>
          <p:cNvPr id="3" name="Picture 2"/>
          <p:cNvPicPr>
            <a:picLocks noChangeAspect="1"/>
          </p:cNvPicPr>
          <p:nvPr/>
        </p:nvPicPr>
        <p:blipFill>
          <a:blip r:embed="rId4"/>
          <a:stretch>
            <a:fillRect/>
          </a:stretch>
        </p:blipFill>
        <p:spPr>
          <a:xfrm>
            <a:off x="147320" y="1074569"/>
            <a:ext cx="8829675" cy="933450"/>
          </a:xfrm>
          <a:prstGeom prst="rect">
            <a:avLst/>
          </a:prstGeom>
        </p:spPr>
      </p:pic>
      <p:sp>
        <p:nvSpPr>
          <p:cNvPr id="4" name="TextBox 3"/>
          <p:cNvSpPr txBox="1"/>
          <p:nvPr/>
        </p:nvSpPr>
        <p:spPr>
          <a:xfrm>
            <a:off x="147320" y="2008019"/>
            <a:ext cx="1354909" cy="769441"/>
          </a:xfrm>
          <a:prstGeom prst="rect">
            <a:avLst/>
          </a:prstGeom>
          <a:noFill/>
          <a:ln>
            <a:solidFill>
              <a:schemeClr val="bg1">
                <a:lumMod val="75000"/>
              </a:schemeClr>
            </a:solidFill>
          </a:ln>
        </p:spPr>
        <p:txBody>
          <a:bodyPr wrap="square" rtlCol="0">
            <a:spAutoFit/>
          </a:bodyPr>
          <a:lstStyle/>
          <a:p>
            <a:pPr algn="ctr"/>
            <a:r>
              <a:rPr lang="en-US" sz="1100" dirty="0" smtClean="0">
                <a:solidFill>
                  <a:schemeClr val="tx1">
                    <a:lumMod val="65000"/>
                    <a:lumOff val="35000"/>
                  </a:schemeClr>
                </a:solidFill>
              </a:rPr>
              <a:t>Total number of requests reached to server</a:t>
            </a:r>
          </a:p>
          <a:p>
            <a:pPr algn="ctr"/>
            <a:endParaRPr lang="en-US" sz="1100" dirty="0">
              <a:solidFill>
                <a:schemeClr val="tx1">
                  <a:lumMod val="65000"/>
                  <a:lumOff val="35000"/>
                </a:schemeClr>
              </a:solidFill>
            </a:endParaRPr>
          </a:p>
        </p:txBody>
      </p:sp>
      <p:sp>
        <p:nvSpPr>
          <p:cNvPr id="8" name="TextBox 7"/>
          <p:cNvSpPr txBox="1"/>
          <p:nvPr/>
        </p:nvSpPr>
        <p:spPr>
          <a:xfrm>
            <a:off x="1582012" y="2009956"/>
            <a:ext cx="1655710" cy="769441"/>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r>
              <a:rPr lang="en-US" dirty="0"/>
              <a:t>Average number of requests reached to sever. Request density per minute.</a:t>
            </a:r>
          </a:p>
        </p:txBody>
      </p:sp>
      <p:sp>
        <p:nvSpPr>
          <p:cNvPr id="9" name="TextBox 8"/>
          <p:cNvSpPr txBox="1"/>
          <p:nvPr/>
        </p:nvSpPr>
        <p:spPr>
          <a:xfrm>
            <a:off x="3317505" y="2008019"/>
            <a:ext cx="1575927" cy="769441"/>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RPr/>
            </a:defPPr>
            <a:lvl1pPr algn="ctr">
              <a:defRPr sz="1100">
                <a:solidFill>
                  <a:schemeClr val="tx1">
                    <a:lumMod val="65000"/>
                    <a:lumOff val="35000"/>
                  </a:schemeClr>
                </a:solidFill>
              </a:defRPr>
            </a:lvl1pPr>
          </a:lstStyle>
          <a:p>
            <a:r>
              <a:rPr lang="en-US" dirty="0"/>
              <a:t>Total number of unique IP addresses made request to </a:t>
            </a:r>
            <a:r>
              <a:rPr lang="en-US" dirty="0" smtClean="0"/>
              <a:t>server</a:t>
            </a:r>
            <a:endParaRPr lang="en-US" dirty="0"/>
          </a:p>
        </p:txBody>
      </p:sp>
      <p:sp>
        <p:nvSpPr>
          <p:cNvPr id="10" name="TextBox 9"/>
          <p:cNvSpPr txBox="1"/>
          <p:nvPr/>
        </p:nvSpPr>
        <p:spPr>
          <a:xfrm>
            <a:off x="4973215" y="2008019"/>
            <a:ext cx="1922107" cy="769441"/>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RPr/>
            </a:defPPr>
            <a:lvl1pPr algn="ctr">
              <a:defRPr sz="1100">
                <a:solidFill>
                  <a:schemeClr val="tx1">
                    <a:lumMod val="65000"/>
                    <a:lumOff val="35000"/>
                  </a:schemeClr>
                </a:solidFill>
              </a:defRPr>
            </a:lvl1pPr>
          </a:lstStyle>
          <a:p>
            <a:r>
              <a:rPr lang="en-US" dirty="0"/>
              <a:t>Number of bytes transferred from server per </a:t>
            </a:r>
            <a:r>
              <a:rPr lang="en-US" dirty="0" smtClean="0"/>
              <a:t>second</a:t>
            </a:r>
          </a:p>
          <a:p>
            <a:endParaRPr lang="en-US" dirty="0"/>
          </a:p>
          <a:p>
            <a:endParaRPr lang="en-US" dirty="0"/>
          </a:p>
        </p:txBody>
      </p:sp>
      <p:sp>
        <p:nvSpPr>
          <p:cNvPr id="11" name="TextBox 10"/>
          <p:cNvSpPr txBox="1"/>
          <p:nvPr/>
        </p:nvSpPr>
        <p:spPr>
          <a:xfrm>
            <a:off x="6975105" y="2008019"/>
            <a:ext cx="2001890" cy="769441"/>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RPr/>
            </a:defPPr>
            <a:lvl1pPr algn="ctr">
              <a:defRPr sz="1100">
                <a:solidFill>
                  <a:schemeClr val="tx1">
                    <a:lumMod val="65000"/>
                    <a:lumOff val="35000"/>
                  </a:schemeClr>
                </a:solidFill>
              </a:defRPr>
            </a:lvl1pPr>
          </a:lstStyle>
          <a:p>
            <a:r>
              <a:rPr lang="en-US" dirty="0"/>
              <a:t>Number of bytes transferred from server per </a:t>
            </a:r>
            <a:r>
              <a:rPr lang="en-US" dirty="0" smtClean="0"/>
              <a:t>second</a:t>
            </a:r>
          </a:p>
          <a:p>
            <a:endParaRPr lang="en-US" dirty="0"/>
          </a:p>
          <a:p>
            <a:endParaRPr lang="en-US" dirty="0"/>
          </a:p>
        </p:txBody>
      </p:sp>
      <p:pic>
        <p:nvPicPr>
          <p:cNvPr id="6" name="Picture 5"/>
          <p:cNvPicPr>
            <a:picLocks noChangeAspect="1"/>
          </p:cNvPicPr>
          <p:nvPr/>
        </p:nvPicPr>
        <p:blipFill>
          <a:blip r:embed="rId5"/>
          <a:stretch>
            <a:fillRect/>
          </a:stretch>
        </p:blipFill>
        <p:spPr>
          <a:xfrm>
            <a:off x="147320" y="2941469"/>
            <a:ext cx="8829675" cy="1412817"/>
          </a:xfrm>
          <a:prstGeom prst="rect">
            <a:avLst/>
          </a:prstGeom>
        </p:spPr>
      </p:pic>
      <p:sp>
        <p:nvSpPr>
          <p:cNvPr id="14" name="TextBox 13"/>
          <p:cNvSpPr txBox="1"/>
          <p:nvPr/>
        </p:nvSpPr>
        <p:spPr>
          <a:xfrm>
            <a:off x="147319" y="4388779"/>
            <a:ext cx="8829675" cy="261610"/>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r>
              <a:rPr lang="en-US" dirty="0" smtClean="0"/>
              <a:t>Pattern of number of request reached to server. Spikes denotes number of requests.</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1" name="Shape 41"/>
          <p:cNvSpPr/>
          <p:nvPr/>
        </p:nvSpPr>
        <p:spPr>
          <a:xfrm>
            <a:off x="47800" y="-15500"/>
            <a:ext cx="8999700" cy="914400"/>
          </a:xfrm>
          <a:prstGeom prst="rect">
            <a:avLst/>
          </a:prstGeom>
          <a:noFill/>
          <a:ln>
            <a:noFill/>
          </a:ln>
        </p:spPr>
        <p:txBody>
          <a:bodyPr spcFirstLastPara="1" wrap="square" lIns="182875" tIns="182875" rIns="182875" bIns="182875" anchor="t" anchorCtr="0">
            <a:noAutofit/>
          </a:bodyPr>
          <a:lstStyle/>
          <a:p>
            <a:pPr marL="0" marR="0" lvl="0" indent="0" algn="l" rtl="0">
              <a:spcBef>
                <a:spcPts val="0"/>
              </a:spcBef>
              <a:spcAft>
                <a:spcPts val="0"/>
              </a:spcAft>
              <a:buNone/>
            </a:pPr>
            <a:r>
              <a:rPr lang="en-US" sz="4800" b="1" dirty="0" smtClean="0">
                <a:solidFill>
                  <a:srgbClr val="679145"/>
                </a:solidFill>
                <a:latin typeface="Calibri"/>
                <a:ea typeface="Calibri"/>
                <a:cs typeface="Calibri"/>
                <a:sym typeface="Calibri"/>
              </a:rPr>
              <a:t>Server Traffic Analysis</a:t>
            </a:r>
            <a:endParaRPr sz="4800" dirty="0">
              <a:latin typeface="Calibri"/>
              <a:ea typeface="Calibri"/>
              <a:cs typeface="Calibri"/>
              <a:sym typeface="Calibri"/>
            </a:endParaRPr>
          </a:p>
        </p:txBody>
      </p:sp>
      <p:pic>
        <p:nvPicPr>
          <p:cNvPr id="42" name="Shape 42" descr="logo_te_125x125.png"/>
          <p:cNvPicPr preferRelativeResize="0"/>
          <p:nvPr/>
        </p:nvPicPr>
        <p:blipFill>
          <a:blip r:embed="rId3">
            <a:alphaModFix/>
          </a:blip>
          <a:stretch>
            <a:fillRect/>
          </a:stretch>
        </p:blipFill>
        <p:spPr>
          <a:xfrm>
            <a:off x="8319070" y="160169"/>
            <a:ext cx="657925" cy="657925"/>
          </a:xfrm>
          <a:prstGeom prst="rect">
            <a:avLst/>
          </a:prstGeom>
          <a:noFill/>
          <a:ln>
            <a:noFill/>
          </a:ln>
        </p:spPr>
      </p:pic>
      <p:sp>
        <p:nvSpPr>
          <p:cNvPr id="14" name="TextBox 13"/>
          <p:cNvSpPr txBox="1"/>
          <p:nvPr/>
        </p:nvSpPr>
        <p:spPr>
          <a:xfrm>
            <a:off x="419461" y="3305174"/>
            <a:ext cx="2717623" cy="1446550"/>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r>
              <a:rPr lang="en-US" dirty="0" smtClean="0"/>
              <a:t>This chart denotes number of requests reached to server by months.</a:t>
            </a:r>
          </a:p>
          <a:p>
            <a:r>
              <a:rPr lang="en-US" dirty="0" smtClean="0"/>
              <a:t>This chart tells more number of requests reached to server in month February, then in April month.</a:t>
            </a:r>
          </a:p>
          <a:p>
            <a:endParaRPr lang="en-US" dirty="0"/>
          </a:p>
          <a:p>
            <a:endParaRPr lang="en-US" dirty="0" smtClean="0"/>
          </a:p>
          <a:p>
            <a:endParaRPr lang="en-US" dirty="0"/>
          </a:p>
        </p:txBody>
      </p:sp>
      <p:pic>
        <p:nvPicPr>
          <p:cNvPr id="2" name="Picture 1"/>
          <p:cNvPicPr>
            <a:picLocks noChangeAspect="1"/>
          </p:cNvPicPr>
          <p:nvPr/>
        </p:nvPicPr>
        <p:blipFill>
          <a:blip r:embed="rId4"/>
          <a:stretch>
            <a:fillRect/>
          </a:stretch>
        </p:blipFill>
        <p:spPr>
          <a:xfrm>
            <a:off x="419461" y="1107621"/>
            <a:ext cx="2717623" cy="2066925"/>
          </a:xfrm>
          <a:prstGeom prst="rect">
            <a:avLst/>
          </a:prstGeom>
        </p:spPr>
      </p:pic>
      <p:pic>
        <p:nvPicPr>
          <p:cNvPr id="5" name="Picture 4"/>
          <p:cNvPicPr>
            <a:picLocks noChangeAspect="1"/>
          </p:cNvPicPr>
          <p:nvPr/>
        </p:nvPicPr>
        <p:blipFill>
          <a:blip r:embed="rId5"/>
          <a:stretch>
            <a:fillRect/>
          </a:stretch>
        </p:blipFill>
        <p:spPr>
          <a:xfrm>
            <a:off x="3733120" y="1107621"/>
            <a:ext cx="2717623" cy="2066925"/>
          </a:xfrm>
          <a:prstGeom prst="rect">
            <a:avLst/>
          </a:prstGeom>
        </p:spPr>
      </p:pic>
      <p:sp>
        <p:nvSpPr>
          <p:cNvPr id="15" name="TextBox 14"/>
          <p:cNvSpPr txBox="1"/>
          <p:nvPr/>
        </p:nvSpPr>
        <p:spPr>
          <a:xfrm>
            <a:off x="3733120" y="3305174"/>
            <a:ext cx="2717623" cy="1446550"/>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r>
              <a:rPr lang="en-US" dirty="0" smtClean="0"/>
              <a:t>This chart denotes number of requests reached to server by hours of day.</a:t>
            </a:r>
          </a:p>
          <a:p>
            <a:r>
              <a:rPr lang="en-US" dirty="0" smtClean="0"/>
              <a:t>Blue bars denote more number of requests. This bar chart denotes between 14 and 20 hours of day more number of requests reached to server. Means server remained busy between these two hours.</a:t>
            </a:r>
            <a:endParaRPr lang="en-US" dirty="0"/>
          </a:p>
        </p:txBody>
      </p:sp>
      <p:sp>
        <p:nvSpPr>
          <p:cNvPr id="16" name="TextBox 15"/>
          <p:cNvSpPr txBox="1"/>
          <p:nvPr/>
        </p:nvSpPr>
        <p:spPr>
          <a:xfrm>
            <a:off x="6836229" y="1733487"/>
            <a:ext cx="1937657" cy="1815882"/>
          </a:xfrm>
          <a:prstGeom prst="rect">
            <a:avLst/>
          </a:prstGeom>
          <a:noFill/>
          <a:ln>
            <a:solidFill>
              <a:schemeClr val="bg1"/>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r>
              <a:rPr lang="en-US" sz="1400" dirty="0" smtClean="0"/>
              <a:t>“This information can help in scaling web servers as per request density.</a:t>
            </a:r>
          </a:p>
          <a:p>
            <a:r>
              <a:rPr lang="en-US" sz="1400" dirty="0" smtClean="0"/>
              <a:t>Server administrator can scale down when server remains less busy in a day.”</a:t>
            </a:r>
            <a:endParaRPr lang="en-US" sz="1400" dirty="0"/>
          </a:p>
        </p:txBody>
      </p:sp>
    </p:spTree>
    <p:extLst>
      <p:ext uri="{BB962C8B-B14F-4D97-AF65-F5344CB8AC3E}">
        <p14:creationId xmlns:p14="http://schemas.microsoft.com/office/powerpoint/2010/main" val="4746880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1" name="Shape 41"/>
          <p:cNvSpPr/>
          <p:nvPr/>
        </p:nvSpPr>
        <p:spPr>
          <a:xfrm>
            <a:off x="47800" y="-15500"/>
            <a:ext cx="8999700" cy="914400"/>
          </a:xfrm>
          <a:prstGeom prst="rect">
            <a:avLst/>
          </a:prstGeom>
          <a:noFill/>
          <a:ln>
            <a:noFill/>
          </a:ln>
        </p:spPr>
        <p:txBody>
          <a:bodyPr spcFirstLastPara="1" wrap="square" lIns="182875" tIns="182875" rIns="182875" bIns="182875" anchor="t" anchorCtr="0">
            <a:noAutofit/>
          </a:bodyPr>
          <a:lstStyle/>
          <a:p>
            <a:pPr marL="0" marR="0" lvl="0" indent="0" algn="l" rtl="0">
              <a:spcBef>
                <a:spcPts val="0"/>
              </a:spcBef>
              <a:spcAft>
                <a:spcPts val="0"/>
              </a:spcAft>
              <a:buNone/>
            </a:pPr>
            <a:r>
              <a:rPr lang="en-US" sz="4800" b="1" dirty="0" smtClean="0">
                <a:solidFill>
                  <a:srgbClr val="679145"/>
                </a:solidFill>
                <a:latin typeface="Calibri"/>
                <a:ea typeface="Calibri"/>
                <a:cs typeface="Calibri"/>
                <a:sym typeface="Calibri"/>
              </a:rPr>
              <a:t>Endpoint Analysis</a:t>
            </a:r>
            <a:endParaRPr sz="4800" dirty="0">
              <a:latin typeface="Calibri"/>
              <a:ea typeface="Calibri"/>
              <a:cs typeface="Calibri"/>
              <a:sym typeface="Calibri"/>
            </a:endParaRPr>
          </a:p>
        </p:txBody>
      </p:sp>
      <p:pic>
        <p:nvPicPr>
          <p:cNvPr id="42" name="Shape 42" descr="logo_te_125x125.png"/>
          <p:cNvPicPr preferRelativeResize="0"/>
          <p:nvPr/>
        </p:nvPicPr>
        <p:blipFill>
          <a:blip r:embed="rId3">
            <a:alphaModFix/>
          </a:blip>
          <a:stretch>
            <a:fillRect/>
          </a:stretch>
        </p:blipFill>
        <p:spPr>
          <a:xfrm>
            <a:off x="8319070" y="160169"/>
            <a:ext cx="657925" cy="657925"/>
          </a:xfrm>
          <a:prstGeom prst="rect">
            <a:avLst/>
          </a:prstGeom>
          <a:noFill/>
          <a:ln>
            <a:noFill/>
          </a:ln>
        </p:spPr>
      </p:pic>
      <p:sp>
        <p:nvSpPr>
          <p:cNvPr id="14" name="TextBox 13"/>
          <p:cNvSpPr txBox="1"/>
          <p:nvPr/>
        </p:nvSpPr>
        <p:spPr>
          <a:xfrm>
            <a:off x="5144232" y="1416821"/>
            <a:ext cx="3174838" cy="600164"/>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r>
              <a:rPr lang="en-US" dirty="0" smtClean="0"/>
              <a:t>This chart denotes which pages or links accessed most. This information helps to understand access behavior.</a:t>
            </a:r>
            <a:endParaRPr lang="en-US" dirty="0"/>
          </a:p>
        </p:txBody>
      </p:sp>
      <p:pic>
        <p:nvPicPr>
          <p:cNvPr id="4" name="Picture 3"/>
          <p:cNvPicPr>
            <a:picLocks noChangeAspect="1"/>
          </p:cNvPicPr>
          <p:nvPr/>
        </p:nvPicPr>
        <p:blipFill>
          <a:blip r:embed="rId4"/>
          <a:stretch>
            <a:fillRect/>
          </a:stretch>
        </p:blipFill>
        <p:spPr>
          <a:xfrm>
            <a:off x="235635" y="898900"/>
            <a:ext cx="4468439" cy="2116111"/>
          </a:xfrm>
          <a:prstGeom prst="rect">
            <a:avLst/>
          </a:prstGeom>
        </p:spPr>
      </p:pic>
      <p:pic>
        <p:nvPicPr>
          <p:cNvPr id="6" name="Picture 5"/>
          <p:cNvPicPr>
            <a:picLocks noChangeAspect="1"/>
          </p:cNvPicPr>
          <p:nvPr/>
        </p:nvPicPr>
        <p:blipFill>
          <a:blip r:embed="rId5"/>
          <a:stretch>
            <a:fillRect/>
          </a:stretch>
        </p:blipFill>
        <p:spPr>
          <a:xfrm>
            <a:off x="4891908" y="2830286"/>
            <a:ext cx="3984723" cy="2083771"/>
          </a:xfrm>
          <a:prstGeom prst="rect">
            <a:avLst/>
          </a:prstGeom>
        </p:spPr>
      </p:pic>
      <p:sp>
        <p:nvSpPr>
          <p:cNvPr id="12" name="TextBox 11"/>
          <p:cNvSpPr txBox="1"/>
          <p:nvPr/>
        </p:nvSpPr>
        <p:spPr>
          <a:xfrm>
            <a:off x="2048740" y="3724481"/>
            <a:ext cx="2498910" cy="600164"/>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r>
              <a:rPr lang="en-US" dirty="0" smtClean="0"/>
              <a:t>This chart denotes which pages or links had errors or issues when accessed.</a:t>
            </a:r>
            <a:endParaRPr lang="en-US" dirty="0"/>
          </a:p>
        </p:txBody>
      </p:sp>
      <p:sp>
        <p:nvSpPr>
          <p:cNvPr id="8" name="Isosceles Triangle 7"/>
          <p:cNvSpPr/>
          <p:nvPr/>
        </p:nvSpPr>
        <p:spPr>
          <a:xfrm rot="16200000">
            <a:off x="4745006" y="1617759"/>
            <a:ext cx="600164" cy="198288"/>
          </a:xfrm>
          <a:prstGeom prst="triangle">
            <a:avLst>
              <a:gd name="adj" fmla="val 51814"/>
            </a:avLst>
          </a:prstGeom>
          <a:solidFill>
            <a:srgbClr val="668F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p:cNvSpPr/>
          <p:nvPr/>
        </p:nvSpPr>
        <p:spPr>
          <a:xfrm rot="5400000" flipH="1">
            <a:off x="4346712" y="3925419"/>
            <a:ext cx="600164" cy="198288"/>
          </a:xfrm>
          <a:prstGeom prst="triangle">
            <a:avLst>
              <a:gd name="adj" fmla="val 51814"/>
            </a:avLst>
          </a:prstGeom>
          <a:solidFill>
            <a:srgbClr val="668F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99319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1" name="Shape 41"/>
          <p:cNvSpPr/>
          <p:nvPr/>
        </p:nvSpPr>
        <p:spPr>
          <a:xfrm>
            <a:off x="47800" y="-15500"/>
            <a:ext cx="8999700" cy="914400"/>
          </a:xfrm>
          <a:prstGeom prst="rect">
            <a:avLst/>
          </a:prstGeom>
          <a:noFill/>
          <a:ln>
            <a:noFill/>
          </a:ln>
        </p:spPr>
        <p:txBody>
          <a:bodyPr spcFirstLastPara="1" wrap="square" lIns="182875" tIns="182875" rIns="182875" bIns="182875" anchor="t" anchorCtr="0">
            <a:noAutofit/>
          </a:bodyPr>
          <a:lstStyle/>
          <a:p>
            <a:pPr marL="0" marR="0" lvl="0" indent="0" algn="l" rtl="0">
              <a:spcBef>
                <a:spcPts val="0"/>
              </a:spcBef>
              <a:spcAft>
                <a:spcPts val="0"/>
              </a:spcAft>
              <a:buNone/>
            </a:pPr>
            <a:r>
              <a:rPr lang="en-US" sz="4800" b="1" dirty="0" smtClean="0">
                <a:solidFill>
                  <a:srgbClr val="679145"/>
                </a:solidFill>
                <a:latin typeface="Calibri"/>
                <a:ea typeface="Calibri"/>
                <a:cs typeface="Calibri"/>
                <a:sym typeface="Calibri"/>
              </a:rPr>
              <a:t>Endpoint Analysis</a:t>
            </a:r>
            <a:endParaRPr sz="4800" dirty="0">
              <a:latin typeface="Calibri"/>
              <a:ea typeface="Calibri"/>
              <a:cs typeface="Calibri"/>
              <a:sym typeface="Calibri"/>
            </a:endParaRPr>
          </a:p>
        </p:txBody>
      </p:sp>
      <p:pic>
        <p:nvPicPr>
          <p:cNvPr id="42" name="Shape 42" descr="logo_te_125x125.png"/>
          <p:cNvPicPr preferRelativeResize="0"/>
          <p:nvPr/>
        </p:nvPicPr>
        <p:blipFill>
          <a:blip r:embed="rId3">
            <a:alphaModFix/>
          </a:blip>
          <a:stretch>
            <a:fillRect/>
          </a:stretch>
        </p:blipFill>
        <p:spPr>
          <a:xfrm>
            <a:off x="8319070" y="160169"/>
            <a:ext cx="657925" cy="657925"/>
          </a:xfrm>
          <a:prstGeom prst="rect">
            <a:avLst/>
          </a:prstGeom>
          <a:noFill/>
          <a:ln>
            <a:noFill/>
          </a:ln>
        </p:spPr>
      </p:pic>
      <p:sp>
        <p:nvSpPr>
          <p:cNvPr id="14" name="TextBox 13"/>
          <p:cNvSpPr txBox="1"/>
          <p:nvPr/>
        </p:nvSpPr>
        <p:spPr>
          <a:xfrm>
            <a:off x="332164" y="3738635"/>
            <a:ext cx="4193718" cy="430887"/>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r>
              <a:rPr lang="en-US" dirty="0" smtClean="0"/>
              <a:t>This chart denotes top </a:t>
            </a:r>
            <a:r>
              <a:rPr lang="en-US" dirty="0" err="1" smtClean="0"/>
              <a:t>urls</a:t>
            </a:r>
            <a:r>
              <a:rPr lang="en-US" dirty="0" smtClean="0"/>
              <a:t> along with which more bytes transferred when accessed.</a:t>
            </a:r>
            <a:endParaRPr lang="en-US" dirty="0"/>
          </a:p>
        </p:txBody>
      </p:sp>
      <p:pic>
        <p:nvPicPr>
          <p:cNvPr id="7" name="Picture 6"/>
          <p:cNvPicPr>
            <a:picLocks noChangeAspect="1"/>
          </p:cNvPicPr>
          <p:nvPr/>
        </p:nvPicPr>
        <p:blipFill>
          <a:blip r:embed="rId4"/>
          <a:stretch>
            <a:fillRect/>
          </a:stretch>
        </p:blipFill>
        <p:spPr>
          <a:xfrm>
            <a:off x="353932" y="1123380"/>
            <a:ext cx="4171950" cy="2390775"/>
          </a:xfrm>
          <a:prstGeom prst="rect">
            <a:avLst/>
          </a:prstGeom>
        </p:spPr>
      </p:pic>
      <p:pic>
        <p:nvPicPr>
          <p:cNvPr id="2" name="Picture 1"/>
          <p:cNvPicPr>
            <a:picLocks noChangeAspect="1"/>
          </p:cNvPicPr>
          <p:nvPr/>
        </p:nvPicPr>
        <p:blipFill>
          <a:blip r:embed="rId5"/>
          <a:stretch>
            <a:fillRect/>
          </a:stretch>
        </p:blipFill>
        <p:spPr>
          <a:xfrm>
            <a:off x="4752307" y="1123380"/>
            <a:ext cx="3895725" cy="2543175"/>
          </a:xfrm>
          <a:prstGeom prst="rect">
            <a:avLst/>
          </a:prstGeom>
        </p:spPr>
      </p:pic>
      <p:sp>
        <p:nvSpPr>
          <p:cNvPr id="10" name="TextBox 9"/>
          <p:cNvSpPr txBox="1"/>
          <p:nvPr/>
        </p:nvSpPr>
        <p:spPr>
          <a:xfrm>
            <a:off x="4752307" y="3738634"/>
            <a:ext cx="3895725" cy="430887"/>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r>
              <a:rPr lang="en-US" dirty="0" smtClean="0"/>
              <a:t>This chart denotes top referral </a:t>
            </a:r>
            <a:r>
              <a:rPr lang="en-US" dirty="0" err="1" smtClean="0"/>
              <a:t>urls</a:t>
            </a:r>
            <a:r>
              <a:rPr lang="en-US" dirty="0" smtClean="0"/>
              <a:t>.</a:t>
            </a:r>
          </a:p>
          <a:p>
            <a:endParaRPr lang="en-US" dirty="0"/>
          </a:p>
        </p:txBody>
      </p:sp>
    </p:spTree>
    <p:extLst>
      <p:ext uri="{BB962C8B-B14F-4D97-AF65-F5344CB8AC3E}">
        <p14:creationId xmlns:p14="http://schemas.microsoft.com/office/powerpoint/2010/main" val="15154681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1" name="Shape 41"/>
          <p:cNvSpPr/>
          <p:nvPr/>
        </p:nvSpPr>
        <p:spPr>
          <a:xfrm>
            <a:off x="47800" y="-15500"/>
            <a:ext cx="8999700" cy="914400"/>
          </a:xfrm>
          <a:prstGeom prst="rect">
            <a:avLst/>
          </a:prstGeom>
          <a:noFill/>
          <a:ln>
            <a:noFill/>
          </a:ln>
        </p:spPr>
        <p:txBody>
          <a:bodyPr spcFirstLastPara="1" wrap="square" lIns="182875" tIns="182875" rIns="182875" bIns="182875" anchor="t" anchorCtr="0">
            <a:noAutofit/>
          </a:bodyPr>
          <a:lstStyle/>
          <a:p>
            <a:pPr marL="0" marR="0" lvl="0" indent="0" algn="l" rtl="0">
              <a:spcBef>
                <a:spcPts val="0"/>
              </a:spcBef>
              <a:spcAft>
                <a:spcPts val="0"/>
              </a:spcAft>
              <a:buNone/>
            </a:pPr>
            <a:r>
              <a:rPr lang="en-US" sz="4800" b="1" dirty="0" smtClean="0">
                <a:solidFill>
                  <a:srgbClr val="679145"/>
                </a:solidFill>
                <a:latin typeface="Calibri"/>
                <a:ea typeface="Calibri"/>
                <a:cs typeface="Calibri"/>
                <a:sym typeface="Calibri"/>
              </a:rPr>
              <a:t>Status Code Analysis</a:t>
            </a:r>
            <a:endParaRPr sz="4800" dirty="0">
              <a:latin typeface="Calibri"/>
              <a:ea typeface="Calibri"/>
              <a:cs typeface="Calibri"/>
              <a:sym typeface="Calibri"/>
            </a:endParaRPr>
          </a:p>
        </p:txBody>
      </p:sp>
      <p:pic>
        <p:nvPicPr>
          <p:cNvPr id="42" name="Shape 42" descr="logo_te_125x125.png"/>
          <p:cNvPicPr preferRelativeResize="0"/>
          <p:nvPr/>
        </p:nvPicPr>
        <p:blipFill>
          <a:blip r:embed="rId3">
            <a:alphaModFix/>
          </a:blip>
          <a:stretch>
            <a:fillRect/>
          </a:stretch>
        </p:blipFill>
        <p:spPr>
          <a:xfrm>
            <a:off x="8319070" y="160169"/>
            <a:ext cx="657925" cy="657925"/>
          </a:xfrm>
          <a:prstGeom prst="rect">
            <a:avLst/>
          </a:prstGeom>
          <a:noFill/>
          <a:ln>
            <a:noFill/>
          </a:ln>
        </p:spPr>
      </p:pic>
      <p:sp>
        <p:nvSpPr>
          <p:cNvPr id="14" name="TextBox 13"/>
          <p:cNvSpPr txBox="1"/>
          <p:nvPr/>
        </p:nvSpPr>
        <p:spPr>
          <a:xfrm>
            <a:off x="332164" y="3307747"/>
            <a:ext cx="3524250" cy="1446550"/>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pPr algn="l"/>
            <a:r>
              <a:rPr lang="en-US" dirty="0" smtClean="0"/>
              <a:t>This chart denotes count of requests from IPs divided by Status Code groups. This chart helps to identify the outlier IPS from where more requests of non-success status code group is coming.</a:t>
            </a:r>
          </a:p>
          <a:p>
            <a:pPr algn="l"/>
            <a:r>
              <a:rPr lang="en-US" dirty="0" smtClean="0"/>
              <a:t>In above chart only client errors received from IP 52.22.118.215 (Marked in red bar). Around 700 requests having 404 errors, this IP seems showing suspicious activities.</a:t>
            </a:r>
            <a:endParaRPr lang="en-US" dirty="0"/>
          </a:p>
        </p:txBody>
      </p:sp>
      <p:pic>
        <p:nvPicPr>
          <p:cNvPr id="3" name="Picture 2"/>
          <p:cNvPicPr>
            <a:picLocks noChangeAspect="1"/>
          </p:cNvPicPr>
          <p:nvPr/>
        </p:nvPicPr>
        <p:blipFill>
          <a:blip r:embed="rId4"/>
          <a:stretch>
            <a:fillRect/>
          </a:stretch>
        </p:blipFill>
        <p:spPr>
          <a:xfrm>
            <a:off x="332164" y="898900"/>
            <a:ext cx="3524250" cy="2324100"/>
          </a:xfrm>
          <a:prstGeom prst="rect">
            <a:avLst/>
          </a:prstGeom>
        </p:spPr>
      </p:pic>
      <p:sp>
        <p:nvSpPr>
          <p:cNvPr id="9" name="TextBox 8"/>
          <p:cNvSpPr txBox="1"/>
          <p:nvPr/>
        </p:nvSpPr>
        <p:spPr>
          <a:xfrm>
            <a:off x="4033519" y="898900"/>
            <a:ext cx="4849223" cy="600164"/>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r>
              <a:rPr lang="en-US" dirty="0" smtClean="0"/>
              <a:t>This chart can be filtered using slicer visuals to make further deep analysis.</a:t>
            </a:r>
          </a:p>
          <a:p>
            <a:r>
              <a:rPr lang="en-US" dirty="0" smtClean="0"/>
              <a:t>If we select Redirection Status Code group it shows the list of top IPs which exhibited more Redirection errors.</a:t>
            </a:r>
            <a:endParaRPr lang="en-US" dirty="0"/>
          </a:p>
        </p:txBody>
      </p:sp>
      <p:pic>
        <p:nvPicPr>
          <p:cNvPr id="4" name="Picture 3"/>
          <p:cNvPicPr>
            <a:picLocks noChangeAspect="1"/>
          </p:cNvPicPr>
          <p:nvPr/>
        </p:nvPicPr>
        <p:blipFill>
          <a:blip r:embed="rId5"/>
          <a:stretch>
            <a:fillRect/>
          </a:stretch>
        </p:blipFill>
        <p:spPr>
          <a:xfrm>
            <a:off x="4033521" y="1579870"/>
            <a:ext cx="4849222" cy="2495550"/>
          </a:xfrm>
          <a:prstGeom prst="rect">
            <a:avLst/>
          </a:prstGeom>
        </p:spPr>
      </p:pic>
    </p:spTree>
    <p:extLst>
      <p:ext uri="{BB962C8B-B14F-4D97-AF65-F5344CB8AC3E}">
        <p14:creationId xmlns:p14="http://schemas.microsoft.com/office/powerpoint/2010/main" val="21736415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1" name="Shape 41"/>
          <p:cNvSpPr/>
          <p:nvPr/>
        </p:nvSpPr>
        <p:spPr>
          <a:xfrm>
            <a:off x="47800" y="-15500"/>
            <a:ext cx="8999700" cy="914400"/>
          </a:xfrm>
          <a:prstGeom prst="rect">
            <a:avLst/>
          </a:prstGeom>
          <a:noFill/>
          <a:ln>
            <a:noFill/>
          </a:ln>
        </p:spPr>
        <p:txBody>
          <a:bodyPr spcFirstLastPara="1" wrap="square" lIns="182875" tIns="182875" rIns="182875" bIns="182875" anchor="t" anchorCtr="0">
            <a:noAutofit/>
          </a:bodyPr>
          <a:lstStyle/>
          <a:p>
            <a:pPr marL="0" marR="0" lvl="0" indent="0" algn="l" rtl="0">
              <a:spcBef>
                <a:spcPts val="0"/>
              </a:spcBef>
              <a:spcAft>
                <a:spcPts val="0"/>
              </a:spcAft>
              <a:buNone/>
            </a:pPr>
            <a:r>
              <a:rPr lang="en-US" sz="4800" b="1" dirty="0" smtClean="0">
                <a:solidFill>
                  <a:srgbClr val="679145"/>
                </a:solidFill>
                <a:latin typeface="Calibri"/>
                <a:ea typeface="Calibri"/>
                <a:cs typeface="Calibri"/>
                <a:sym typeface="Calibri"/>
              </a:rPr>
              <a:t>Status Code Analysis</a:t>
            </a:r>
            <a:endParaRPr sz="4800" dirty="0">
              <a:latin typeface="Calibri"/>
              <a:ea typeface="Calibri"/>
              <a:cs typeface="Calibri"/>
              <a:sym typeface="Calibri"/>
            </a:endParaRPr>
          </a:p>
        </p:txBody>
      </p:sp>
      <p:pic>
        <p:nvPicPr>
          <p:cNvPr id="42" name="Shape 42" descr="logo_te_125x125.png"/>
          <p:cNvPicPr preferRelativeResize="0"/>
          <p:nvPr/>
        </p:nvPicPr>
        <p:blipFill>
          <a:blip r:embed="rId3">
            <a:alphaModFix/>
          </a:blip>
          <a:stretch>
            <a:fillRect/>
          </a:stretch>
        </p:blipFill>
        <p:spPr>
          <a:xfrm>
            <a:off x="8319070" y="160169"/>
            <a:ext cx="657925" cy="657925"/>
          </a:xfrm>
          <a:prstGeom prst="rect">
            <a:avLst/>
          </a:prstGeom>
          <a:noFill/>
          <a:ln>
            <a:noFill/>
          </a:ln>
        </p:spPr>
      </p:pic>
      <p:sp>
        <p:nvSpPr>
          <p:cNvPr id="14" name="TextBox 13"/>
          <p:cNvSpPr txBox="1"/>
          <p:nvPr/>
        </p:nvSpPr>
        <p:spPr>
          <a:xfrm>
            <a:off x="963536" y="3677862"/>
            <a:ext cx="3524250" cy="430887"/>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pPr algn="l"/>
            <a:r>
              <a:rPr lang="en-US" dirty="0" smtClean="0"/>
              <a:t>This chart displays patterns of requests by non-success status code groups. </a:t>
            </a:r>
            <a:endParaRPr lang="en-US" dirty="0"/>
          </a:p>
        </p:txBody>
      </p:sp>
      <p:pic>
        <p:nvPicPr>
          <p:cNvPr id="2" name="Picture 1"/>
          <p:cNvPicPr>
            <a:picLocks noChangeAspect="1"/>
          </p:cNvPicPr>
          <p:nvPr/>
        </p:nvPicPr>
        <p:blipFill>
          <a:blip r:embed="rId4"/>
          <a:stretch>
            <a:fillRect/>
          </a:stretch>
        </p:blipFill>
        <p:spPr>
          <a:xfrm>
            <a:off x="963536" y="1345215"/>
            <a:ext cx="3495675" cy="2238375"/>
          </a:xfrm>
          <a:prstGeom prst="rect">
            <a:avLst/>
          </a:prstGeom>
        </p:spPr>
      </p:pic>
      <p:pic>
        <p:nvPicPr>
          <p:cNvPr id="5" name="Picture 4"/>
          <p:cNvPicPr>
            <a:picLocks noChangeAspect="1"/>
          </p:cNvPicPr>
          <p:nvPr/>
        </p:nvPicPr>
        <p:blipFill>
          <a:blip r:embed="rId5"/>
          <a:stretch>
            <a:fillRect/>
          </a:stretch>
        </p:blipFill>
        <p:spPr>
          <a:xfrm>
            <a:off x="4840740" y="1345215"/>
            <a:ext cx="3381375" cy="2200275"/>
          </a:xfrm>
          <a:prstGeom prst="rect">
            <a:avLst/>
          </a:prstGeom>
        </p:spPr>
      </p:pic>
      <p:sp>
        <p:nvSpPr>
          <p:cNvPr id="10" name="TextBox 9"/>
          <p:cNvSpPr txBox="1"/>
          <p:nvPr/>
        </p:nvSpPr>
        <p:spPr>
          <a:xfrm>
            <a:off x="4840740" y="3645124"/>
            <a:ext cx="3524250" cy="769441"/>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pPr algn="l"/>
            <a:r>
              <a:rPr lang="en-US" dirty="0" smtClean="0"/>
              <a:t>This chart helps to identify IPs which shows large ratio of requests count with 404 errors vs requests count with success status code. In above chart IP 52.22.118.215 depicts 99 ratio. </a:t>
            </a:r>
            <a:endParaRPr lang="en-US" dirty="0"/>
          </a:p>
        </p:txBody>
      </p:sp>
    </p:spTree>
    <p:extLst>
      <p:ext uri="{BB962C8B-B14F-4D97-AF65-F5344CB8AC3E}">
        <p14:creationId xmlns:p14="http://schemas.microsoft.com/office/powerpoint/2010/main" val="41312829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Shape 48"/>
          <p:cNvSpPr txBox="1">
            <a:spLocks noGrp="1"/>
          </p:cNvSpPr>
          <p:nvPr>
            <p:ph type="body" idx="1"/>
          </p:nvPr>
        </p:nvSpPr>
        <p:spPr>
          <a:xfrm>
            <a:off x="228600" y="510402"/>
            <a:ext cx="8538600" cy="1733400"/>
          </a:xfrm>
          <a:prstGeom prst="rect">
            <a:avLst/>
          </a:prstGeom>
          <a:noFill/>
          <a:ln>
            <a:noFill/>
          </a:ln>
        </p:spPr>
        <p:txBody>
          <a:bodyPr spcFirstLastPara="1" wrap="square" lIns="91425" tIns="45700" rIns="91425" bIns="45700" anchor="t" anchorCtr="0">
            <a:noAutofit/>
          </a:bodyPr>
          <a:lstStyle/>
          <a:p>
            <a:pPr marL="640080" marR="0" lvl="1" indent="-284480" algn="l" rtl="0">
              <a:spcBef>
                <a:spcPts val="550"/>
              </a:spcBef>
              <a:spcAft>
                <a:spcPts val="0"/>
              </a:spcAft>
              <a:buClr>
                <a:schemeClr val="accent1"/>
              </a:buClr>
              <a:buFont typeface="Noto Symbol"/>
              <a:buNone/>
            </a:pPr>
            <a:endParaRPr sz="2400" b="1" dirty="0">
              <a:solidFill>
                <a:schemeClr val="dk1"/>
              </a:solidFill>
              <a:latin typeface="Open Sans"/>
              <a:ea typeface="Open Sans"/>
              <a:cs typeface="Open Sans"/>
              <a:sym typeface="Open Sans"/>
            </a:endParaRPr>
          </a:p>
          <a:p>
            <a:pPr marL="640080" marR="0" lvl="1" indent="-284480" algn="l" rtl="0">
              <a:spcBef>
                <a:spcPts val="550"/>
              </a:spcBef>
              <a:spcAft>
                <a:spcPts val="0"/>
              </a:spcAft>
              <a:buClr>
                <a:schemeClr val="accent1"/>
              </a:buClr>
              <a:buFont typeface="Noto Symbol"/>
              <a:buNone/>
            </a:pPr>
            <a:endParaRPr sz="2400" b="1" dirty="0">
              <a:solidFill>
                <a:schemeClr val="dk1"/>
              </a:solidFill>
              <a:latin typeface="Calibri"/>
              <a:ea typeface="Calibri"/>
              <a:cs typeface="Calibri"/>
              <a:sym typeface="Calibri"/>
            </a:endParaRPr>
          </a:p>
          <a:p>
            <a:pPr marL="640080" marR="0" lvl="1" indent="-284480" algn="ctr" rtl="0">
              <a:spcBef>
                <a:spcPts val="550"/>
              </a:spcBef>
              <a:spcAft>
                <a:spcPts val="0"/>
              </a:spcAft>
              <a:buClr>
                <a:schemeClr val="accent1"/>
              </a:buClr>
              <a:buFont typeface="Noto Symbol"/>
              <a:buNone/>
            </a:pPr>
            <a:r>
              <a:rPr lang="en-US" sz="4800" b="1" dirty="0">
                <a:solidFill>
                  <a:srgbClr val="679145"/>
                </a:solidFill>
                <a:latin typeface="Calibri"/>
                <a:ea typeface="Calibri"/>
                <a:cs typeface="Calibri"/>
                <a:sym typeface="Calibri"/>
              </a:rPr>
              <a:t>THANKS!</a:t>
            </a:r>
            <a:endParaRPr sz="4800" u="none" strike="noStrike" cap="none" dirty="0">
              <a:solidFill>
                <a:srgbClr val="679145"/>
              </a:solidFill>
              <a:latin typeface="Calibri"/>
              <a:ea typeface="Calibri"/>
              <a:cs typeface="Calibri"/>
              <a:sym typeface="Calibri"/>
            </a:endParaRPr>
          </a:p>
        </p:txBody>
      </p:sp>
      <p:sp>
        <p:nvSpPr>
          <p:cNvPr id="49" name="Shape 49"/>
          <p:cNvSpPr txBox="1"/>
          <p:nvPr/>
        </p:nvSpPr>
        <p:spPr>
          <a:xfrm>
            <a:off x="751800" y="2364121"/>
            <a:ext cx="7492200" cy="2568826"/>
          </a:xfrm>
          <a:prstGeom prst="rect">
            <a:avLst/>
          </a:prstGeom>
          <a:noFill/>
          <a:ln>
            <a:noFill/>
          </a:ln>
        </p:spPr>
        <p:txBody>
          <a:bodyPr spcFirstLastPara="1" wrap="square" lIns="91425" tIns="45700" rIns="91425" bIns="45700" anchor="t" anchorCtr="0">
            <a:noAutofit/>
          </a:bodyPr>
          <a:lstStyle/>
          <a:p>
            <a:pPr marL="320040" lvl="0" indent="-320040" rtl="0">
              <a:spcBef>
                <a:spcPts val="0"/>
              </a:spcBef>
              <a:spcAft>
                <a:spcPts val="0"/>
              </a:spcAft>
              <a:buClr>
                <a:schemeClr val="accent2"/>
              </a:buClr>
              <a:buFont typeface="Noto Symbol"/>
              <a:buNone/>
            </a:pPr>
            <a:r>
              <a:rPr lang="en-US" sz="1200" dirty="0">
                <a:solidFill>
                  <a:srgbClr val="7F7F7F"/>
                </a:solidFill>
                <a:latin typeface="Calibri"/>
                <a:ea typeface="Calibri"/>
                <a:cs typeface="Calibri"/>
                <a:sym typeface="Calibri"/>
              </a:rPr>
              <a:t>Corporate Site				</a:t>
            </a:r>
            <a:r>
              <a:rPr lang="en-US" sz="1200" dirty="0" smtClean="0">
                <a:solidFill>
                  <a:srgbClr val="7F7F7F"/>
                </a:solidFill>
                <a:latin typeface="Calibri"/>
                <a:ea typeface="Calibri"/>
                <a:cs typeface="Calibri"/>
                <a:sym typeface="Calibri"/>
              </a:rPr>
              <a:t>- </a:t>
            </a:r>
            <a:r>
              <a:rPr lang="en-US" sz="1200" b="1" dirty="0">
                <a:solidFill>
                  <a:srgbClr val="7F7F7F"/>
                </a:solidFill>
                <a:latin typeface="Calibri"/>
                <a:ea typeface="Calibri"/>
                <a:cs typeface="Calibri"/>
                <a:sym typeface="Calibri"/>
              </a:rPr>
              <a:t>ThirdEyeData.io</a:t>
            </a:r>
            <a:endParaRPr sz="1200" dirty="0">
              <a:solidFill>
                <a:srgbClr val="7F7F7F"/>
              </a:solidFill>
              <a:latin typeface="Calibri"/>
              <a:ea typeface="Calibri"/>
              <a:cs typeface="Calibri"/>
              <a:sym typeface="Calibri"/>
            </a:endParaRPr>
          </a:p>
          <a:p>
            <a:pPr marL="320040" lvl="0" indent="-320040" rtl="0">
              <a:spcBef>
                <a:spcPts val="0"/>
              </a:spcBef>
              <a:spcAft>
                <a:spcPts val="0"/>
              </a:spcAft>
              <a:buClr>
                <a:schemeClr val="accent2"/>
              </a:buClr>
              <a:buFont typeface="Noto Symbol"/>
              <a:buNone/>
            </a:pPr>
            <a:r>
              <a:rPr lang="en-US" sz="1200" dirty="0" err="1">
                <a:solidFill>
                  <a:srgbClr val="7F7F7F"/>
                </a:solidFill>
                <a:latin typeface="Calibri"/>
                <a:ea typeface="Calibri"/>
                <a:cs typeface="Calibri"/>
                <a:sym typeface="Calibri"/>
              </a:rPr>
              <a:t>Eyera</a:t>
            </a:r>
            <a:r>
              <a:rPr lang="en-US" sz="1200" dirty="0">
                <a:solidFill>
                  <a:srgbClr val="7F7F7F"/>
                </a:solidFill>
                <a:latin typeface="Calibri"/>
                <a:ea typeface="Calibri"/>
                <a:cs typeface="Calibri"/>
                <a:sym typeface="Calibri"/>
              </a:rPr>
              <a:t> - </a:t>
            </a:r>
            <a:r>
              <a:rPr lang="en-US" sz="1200" dirty="0" err="1">
                <a:solidFill>
                  <a:srgbClr val="7F7F7F"/>
                </a:solidFill>
                <a:latin typeface="Calibri"/>
                <a:ea typeface="Calibri"/>
                <a:cs typeface="Calibri"/>
                <a:sym typeface="Calibri"/>
              </a:rPr>
              <a:t>IoT</a:t>
            </a:r>
            <a:r>
              <a:rPr lang="en-US" sz="1200" dirty="0">
                <a:solidFill>
                  <a:srgbClr val="7F7F7F"/>
                </a:solidFill>
                <a:latin typeface="Calibri"/>
                <a:ea typeface="Calibri"/>
                <a:cs typeface="Calibri"/>
                <a:sym typeface="Calibri"/>
              </a:rPr>
              <a:t> Solution			</a:t>
            </a:r>
            <a:r>
              <a:rPr lang="en-US" sz="1200" dirty="0" smtClean="0">
                <a:solidFill>
                  <a:srgbClr val="7F7F7F"/>
                </a:solidFill>
                <a:latin typeface="Calibri"/>
                <a:ea typeface="Calibri"/>
                <a:cs typeface="Calibri"/>
                <a:sym typeface="Calibri"/>
              </a:rPr>
              <a:t>- </a:t>
            </a:r>
            <a:r>
              <a:rPr lang="en-US" sz="1200" b="1" dirty="0">
                <a:solidFill>
                  <a:srgbClr val="7F7F7F"/>
                </a:solidFill>
                <a:latin typeface="Calibri"/>
                <a:ea typeface="Calibri"/>
                <a:cs typeface="Calibri"/>
                <a:sym typeface="Calibri"/>
              </a:rPr>
              <a:t>Eyera.io</a:t>
            </a:r>
            <a:endParaRPr sz="1200" dirty="0">
              <a:solidFill>
                <a:srgbClr val="7F7F7F"/>
              </a:solidFill>
              <a:latin typeface="Calibri"/>
              <a:ea typeface="Calibri"/>
              <a:cs typeface="Calibri"/>
              <a:sym typeface="Calibri"/>
            </a:endParaRPr>
          </a:p>
          <a:p>
            <a:pPr marL="0" lvl="0" indent="0" rtl="0">
              <a:spcBef>
                <a:spcPts val="0"/>
              </a:spcBef>
              <a:spcAft>
                <a:spcPts val="0"/>
              </a:spcAft>
              <a:buClr>
                <a:schemeClr val="accent2"/>
              </a:buClr>
              <a:buFont typeface="Noto Symbol"/>
              <a:buNone/>
            </a:pPr>
            <a:r>
              <a:rPr lang="en-US" sz="1200" dirty="0" err="1">
                <a:solidFill>
                  <a:srgbClr val="7F7F7F"/>
                </a:solidFill>
                <a:latin typeface="Calibri"/>
                <a:ea typeface="Calibri"/>
                <a:cs typeface="Calibri"/>
                <a:sym typeface="Calibri"/>
              </a:rPr>
              <a:t>Safera</a:t>
            </a:r>
            <a:r>
              <a:rPr lang="en-US" sz="1200" dirty="0">
                <a:solidFill>
                  <a:srgbClr val="7F7F7F"/>
                </a:solidFill>
                <a:latin typeface="Calibri"/>
                <a:ea typeface="Calibri"/>
                <a:cs typeface="Calibri"/>
                <a:sym typeface="Calibri"/>
              </a:rPr>
              <a:t> - Crime Analytics &amp; Predictions	</a:t>
            </a:r>
            <a:r>
              <a:rPr lang="en-US" sz="1200" dirty="0" smtClean="0">
                <a:solidFill>
                  <a:srgbClr val="7F7F7F"/>
                </a:solidFill>
                <a:latin typeface="Calibri"/>
                <a:ea typeface="Calibri"/>
                <a:cs typeface="Calibri"/>
                <a:sym typeface="Calibri"/>
              </a:rPr>
              <a:t>	- </a:t>
            </a:r>
            <a:r>
              <a:rPr lang="en-US" sz="1200" b="1" dirty="0">
                <a:solidFill>
                  <a:srgbClr val="7F7F7F"/>
                </a:solidFill>
                <a:latin typeface="Calibri"/>
                <a:ea typeface="Calibri"/>
                <a:cs typeface="Calibri"/>
                <a:sym typeface="Calibri"/>
              </a:rPr>
              <a:t>Safera.us</a:t>
            </a:r>
            <a:endParaRPr sz="1200" b="1" dirty="0">
              <a:solidFill>
                <a:srgbClr val="7F7F7F"/>
              </a:solidFill>
              <a:latin typeface="Calibri"/>
              <a:ea typeface="Calibri"/>
              <a:cs typeface="Calibri"/>
              <a:sym typeface="Calibri"/>
            </a:endParaRPr>
          </a:p>
          <a:p>
            <a:pPr marL="320040" lvl="0" indent="-320040" rtl="0">
              <a:spcBef>
                <a:spcPts val="0"/>
              </a:spcBef>
              <a:spcAft>
                <a:spcPts val="0"/>
              </a:spcAft>
              <a:buClr>
                <a:schemeClr val="accent2"/>
              </a:buClr>
              <a:buFont typeface="Noto Symbol"/>
              <a:buNone/>
            </a:pPr>
            <a:r>
              <a:rPr lang="en-US" sz="1200" dirty="0" err="1">
                <a:solidFill>
                  <a:srgbClr val="7F7F7F"/>
                </a:solidFill>
                <a:latin typeface="Calibri"/>
                <a:ea typeface="Calibri"/>
                <a:cs typeface="Calibri"/>
                <a:sym typeface="Calibri"/>
              </a:rPr>
              <a:t>Syra</a:t>
            </a:r>
            <a:r>
              <a:rPr lang="en-US" sz="1200" dirty="0">
                <a:solidFill>
                  <a:srgbClr val="7F7F7F"/>
                </a:solidFill>
                <a:latin typeface="Calibri"/>
                <a:ea typeface="Calibri"/>
                <a:cs typeface="Calibri"/>
                <a:sym typeface="Calibri"/>
              </a:rPr>
              <a:t> - Custom Bot for Enterprises		- </a:t>
            </a:r>
            <a:r>
              <a:rPr lang="en-US" sz="1200" b="1" dirty="0">
                <a:solidFill>
                  <a:srgbClr val="7F7F7F"/>
                </a:solidFill>
                <a:latin typeface="Calibri"/>
                <a:ea typeface="Calibri"/>
                <a:cs typeface="Calibri"/>
                <a:sym typeface="Calibri"/>
              </a:rPr>
              <a:t>Syra.ai</a:t>
            </a:r>
            <a:endParaRPr sz="1200" dirty="0">
              <a:solidFill>
                <a:srgbClr val="7F7F7F"/>
              </a:solidFill>
              <a:latin typeface="Calibri"/>
              <a:ea typeface="Calibri"/>
              <a:cs typeface="Calibri"/>
              <a:sym typeface="Calibri"/>
            </a:endParaRPr>
          </a:p>
          <a:p>
            <a:pPr marL="320040" lvl="0" indent="-320040" rtl="0">
              <a:spcBef>
                <a:spcPts val="0"/>
              </a:spcBef>
              <a:spcAft>
                <a:spcPts val="0"/>
              </a:spcAft>
              <a:buClr>
                <a:schemeClr val="accent2"/>
              </a:buClr>
              <a:buFont typeface="Noto Symbol"/>
              <a:buNone/>
            </a:pPr>
            <a:r>
              <a:rPr lang="en-US" sz="1200" dirty="0">
                <a:solidFill>
                  <a:srgbClr val="7F7F7F"/>
                </a:solidFill>
                <a:latin typeface="Calibri"/>
                <a:ea typeface="Calibri"/>
                <a:cs typeface="Calibri"/>
                <a:sym typeface="Calibri"/>
              </a:rPr>
              <a:t>Big Data Cloud Community			- </a:t>
            </a:r>
            <a:r>
              <a:rPr lang="en-US" sz="1200" b="1" dirty="0">
                <a:solidFill>
                  <a:srgbClr val="7F7F7F"/>
                </a:solidFill>
                <a:latin typeface="Calibri"/>
                <a:ea typeface="Calibri"/>
                <a:cs typeface="Calibri"/>
                <a:sym typeface="Calibri"/>
              </a:rPr>
              <a:t>BigDataCloud.com</a:t>
            </a:r>
            <a:r>
              <a:rPr lang="en-US" sz="1200" b="1" dirty="0">
                <a:solidFill>
                  <a:srgbClr val="0572AB"/>
                </a:solidFill>
                <a:latin typeface="Calibri"/>
                <a:ea typeface="Calibri"/>
                <a:cs typeface="Calibri"/>
                <a:sym typeface="Calibri"/>
              </a:rPr>
              <a:t>, </a:t>
            </a:r>
            <a:r>
              <a:rPr lang="en-US" sz="1200" b="1" dirty="0">
                <a:solidFill>
                  <a:srgbClr val="7F7F7F"/>
                </a:solidFill>
                <a:latin typeface="Calibri"/>
                <a:ea typeface="Calibri"/>
                <a:cs typeface="Calibri"/>
                <a:sym typeface="Calibri"/>
              </a:rPr>
              <a:t>meetup.com/</a:t>
            </a:r>
            <a:r>
              <a:rPr lang="en-US" sz="1200" b="1" dirty="0" err="1">
                <a:solidFill>
                  <a:srgbClr val="7F7F7F"/>
                </a:solidFill>
                <a:latin typeface="Calibri"/>
                <a:ea typeface="Calibri"/>
                <a:cs typeface="Calibri"/>
                <a:sym typeface="Calibri"/>
              </a:rPr>
              <a:t>BigDataCloud</a:t>
            </a:r>
            <a:endParaRPr sz="1200" b="1" dirty="0">
              <a:solidFill>
                <a:srgbClr val="7F7F7F"/>
              </a:solidFill>
              <a:latin typeface="Calibri"/>
              <a:ea typeface="Calibri"/>
              <a:cs typeface="Calibri"/>
              <a:sym typeface="Calibri"/>
            </a:endParaRPr>
          </a:p>
          <a:p>
            <a:pPr marL="0" marR="0" lvl="0" indent="0" algn="l" rtl="0">
              <a:spcBef>
                <a:spcPts val="0"/>
              </a:spcBef>
              <a:spcAft>
                <a:spcPts val="0"/>
              </a:spcAft>
              <a:buClr>
                <a:schemeClr val="accent2"/>
              </a:buClr>
              <a:buFont typeface="Noto Symbol"/>
              <a:buNone/>
            </a:pPr>
            <a:endParaRPr sz="1200" dirty="0">
              <a:solidFill>
                <a:srgbClr val="7F7F7F"/>
              </a:solidFill>
              <a:latin typeface="Calibri"/>
              <a:ea typeface="Calibri"/>
              <a:cs typeface="Calibri"/>
              <a:sym typeface="Calibri"/>
            </a:endParaRPr>
          </a:p>
          <a:p>
            <a:pPr marL="320040" marR="0" lvl="0" indent="-320040" algn="l" rtl="0">
              <a:spcBef>
                <a:spcPts val="0"/>
              </a:spcBef>
              <a:spcAft>
                <a:spcPts val="0"/>
              </a:spcAft>
              <a:buClr>
                <a:schemeClr val="accent2"/>
              </a:buClr>
              <a:buFont typeface="Noto Symbol"/>
              <a:buNone/>
            </a:pPr>
            <a:r>
              <a:rPr lang="en-US" sz="1200" i="0" u="none" strike="noStrike" cap="none" dirty="0">
                <a:solidFill>
                  <a:srgbClr val="7F7F7F"/>
                </a:solidFill>
                <a:latin typeface="Calibri"/>
                <a:ea typeface="Calibri"/>
                <a:cs typeface="Calibri"/>
                <a:sym typeface="Calibri"/>
              </a:rPr>
              <a:t>Phone				</a:t>
            </a:r>
            <a:r>
              <a:rPr lang="en-US" sz="1200" i="0" u="none" strike="noStrike" cap="none" dirty="0" smtClean="0">
                <a:solidFill>
                  <a:srgbClr val="7F7F7F"/>
                </a:solidFill>
                <a:latin typeface="Calibri"/>
                <a:ea typeface="Calibri"/>
                <a:cs typeface="Calibri"/>
                <a:sym typeface="Calibri"/>
              </a:rPr>
              <a:t>- </a:t>
            </a:r>
            <a:r>
              <a:rPr lang="en-US" sz="1200" b="1" i="0" u="none" strike="noStrike" cap="none" dirty="0">
                <a:solidFill>
                  <a:srgbClr val="7F7F7F"/>
                </a:solidFill>
                <a:latin typeface="Calibri"/>
                <a:ea typeface="Calibri"/>
                <a:cs typeface="Calibri"/>
                <a:sym typeface="Calibri"/>
              </a:rPr>
              <a:t>(408) 462-5257</a:t>
            </a:r>
            <a:endParaRPr sz="1200" b="1" i="0" u="none" strike="noStrike" cap="none" dirty="0">
              <a:solidFill>
                <a:srgbClr val="7F7F7F"/>
              </a:solidFill>
              <a:latin typeface="Calibri"/>
              <a:ea typeface="Calibri"/>
              <a:cs typeface="Calibri"/>
              <a:sym typeface="Calibri"/>
            </a:endParaRPr>
          </a:p>
          <a:p>
            <a:pPr marL="320040" lvl="0" indent="-320040" rtl="0">
              <a:spcBef>
                <a:spcPts val="0"/>
              </a:spcBef>
              <a:spcAft>
                <a:spcPts val="0"/>
              </a:spcAft>
              <a:buClr>
                <a:schemeClr val="accent2"/>
              </a:buClr>
              <a:buFont typeface="Noto Symbol"/>
              <a:buNone/>
            </a:pPr>
            <a:r>
              <a:rPr lang="en-US" sz="1200" dirty="0">
                <a:solidFill>
                  <a:srgbClr val="7F7F7F"/>
                </a:solidFill>
                <a:latin typeface="Calibri"/>
                <a:ea typeface="Calibri"/>
                <a:cs typeface="Calibri"/>
                <a:sym typeface="Calibri"/>
              </a:rPr>
              <a:t>Email				</a:t>
            </a:r>
            <a:r>
              <a:rPr lang="en-US" sz="1200" dirty="0" smtClean="0">
                <a:solidFill>
                  <a:srgbClr val="7F7F7F"/>
                </a:solidFill>
                <a:latin typeface="Calibri"/>
                <a:ea typeface="Calibri"/>
                <a:cs typeface="Calibri"/>
                <a:sym typeface="Calibri"/>
              </a:rPr>
              <a:t>- </a:t>
            </a:r>
            <a:r>
              <a:rPr lang="en-US" sz="1200" b="1" dirty="0">
                <a:solidFill>
                  <a:srgbClr val="7F7F7F"/>
                </a:solidFill>
                <a:latin typeface="Calibri"/>
                <a:ea typeface="Calibri"/>
                <a:cs typeface="Calibri"/>
                <a:sym typeface="Calibri"/>
              </a:rPr>
              <a:t>answers@thirdeyedata.io</a:t>
            </a:r>
            <a:endParaRPr sz="1200" b="1" dirty="0">
              <a:solidFill>
                <a:srgbClr val="7F7F7F"/>
              </a:solidFill>
              <a:latin typeface="Calibri"/>
              <a:ea typeface="Calibri"/>
              <a:cs typeface="Calibri"/>
              <a:sym typeface="Calibri"/>
            </a:endParaRPr>
          </a:p>
          <a:p>
            <a:pPr marL="320040" lvl="0" indent="-320040" rtl="0">
              <a:spcBef>
                <a:spcPts val="0"/>
              </a:spcBef>
              <a:spcAft>
                <a:spcPts val="0"/>
              </a:spcAft>
              <a:buClr>
                <a:schemeClr val="accent2"/>
              </a:buClr>
              <a:buFont typeface="Noto Symbol"/>
              <a:buNone/>
            </a:pPr>
            <a:r>
              <a:rPr lang="en-US" sz="1200" dirty="0">
                <a:solidFill>
                  <a:srgbClr val="7F7F7F"/>
                </a:solidFill>
                <a:latin typeface="Calibri"/>
                <a:ea typeface="Calibri"/>
                <a:cs typeface="Calibri"/>
                <a:sym typeface="Calibri"/>
              </a:rPr>
              <a:t>Twitter				</a:t>
            </a:r>
            <a:r>
              <a:rPr lang="en-US" sz="1200" dirty="0" smtClean="0">
                <a:solidFill>
                  <a:srgbClr val="7F7F7F"/>
                </a:solidFill>
                <a:latin typeface="Calibri"/>
                <a:ea typeface="Calibri"/>
                <a:cs typeface="Calibri"/>
                <a:sym typeface="Calibri"/>
              </a:rPr>
              <a:t>- </a:t>
            </a:r>
            <a:r>
              <a:rPr lang="en-US" sz="1200" dirty="0">
                <a:solidFill>
                  <a:srgbClr val="7F7F7F"/>
                </a:solidFill>
                <a:latin typeface="Calibri"/>
                <a:ea typeface="Calibri"/>
                <a:cs typeface="Calibri"/>
                <a:sym typeface="Calibri"/>
              </a:rPr>
              <a:t>@</a:t>
            </a:r>
            <a:r>
              <a:rPr lang="en-US" sz="1200" b="1" dirty="0" err="1">
                <a:solidFill>
                  <a:srgbClr val="7F7F7F"/>
                </a:solidFill>
                <a:latin typeface="Calibri"/>
                <a:ea typeface="Calibri"/>
                <a:cs typeface="Calibri"/>
                <a:sym typeface="Calibri"/>
              </a:rPr>
              <a:t>thirdeye_data</a:t>
            </a:r>
            <a:endParaRPr sz="1200" b="1" dirty="0">
              <a:solidFill>
                <a:srgbClr val="7F7F7F"/>
              </a:solidFill>
              <a:latin typeface="Calibri"/>
              <a:ea typeface="Calibri"/>
              <a:cs typeface="Calibri"/>
              <a:sym typeface="Calibri"/>
            </a:endParaRPr>
          </a:p>
          <a:p>
            <a:pPr marL="320040" lvl="0" indent="-320040" rtl="0">
              <a:spcBef>
                <a:spcPts val="0"/>
              </a:spcBef>
              <a:spcAft>
                <a:spcPts val="0"/>
              </a:spcAft>
              <a:buClr>
                <a:schemeClr val="accent2"/>
              </a:buClr>
              <a:buFont typeface="Noto Symbol"/>
              <a:buNone/>
            </a:pPr>
            <a:r>
              <a:rPr lang="en-US" sz="1200" dirty="0">
                <a:solidFill>
                  <a:srgbClr val="7F7F7F"/>
                </a:solidFill>
                <a:latin typeface="Calibri"/>
                <a:ea typeface="Calibri"/>
                <a:cs typeface="Calibri"/>
                <a:sym typeface="Calibri"/>
              </a:rPr>
              <a:t>LinkedIn				</a:t>
            </a:r>
            <a:r>
              <a:rPr lang="en-US" sz="1200" dirty="0" smtClean="0">
                <a:solidFill>
                  <a:srgbClr val="7F7F7F"/>
                </a:solidFill>
                <a:latin typeface="Calibri"/>
                <a:ea typeface="Calibri"/>
                <a:cs typeface="Calibri"/>
                <a:sym typeface="Calibri"/>
              </a:rPr>
              <a:t>- </a:t>
            </a:r>
            <a:r>
              <a:rPr lang="en-US" sz="1200" b="1" dirty="0">
                <a:solidFill>
                  <a:srgbClr val="7F7F7F"/>
                </a:solidFill>
                <a:latin typeface="Calibri"/>
                <a:ea typeface="Calibri"/>
                <a:cs typeface="Calibri"/>
                <a:sym typeface="Calibri"/>
              </a:rPr>
              <a:t>linkedin.com/company/</a:t>
            </a:r>
            <a:r>
              <a:rPr lang="en-US" sz="1200" b="1" dirty="0" err="1">
                <a:solidFill>
                  <a:srgbClr val="7F7F7F"/>
                </a:solidFill>
                <a:latin typeface="Calibri"/>
                <a:ea typeface="Calibri"/>
                <a:cs typeface="Calibri"/>
                <a:sym typeface="Calibri"/>
              </a:rPr>
              <a:t>ThirdEyeData</a:t>
            </a:r>
            <a:endParaRPr sz="1200" b="1" dirty="0">
              <a:solidFill>
                <a:srgbClr val="7F7F7F"/>
              </a:solidFill>
              <a:latin typeface="Calibri"/>
              <a:ea typeface="Calibri"/>
              <a:cs typeface="Calibri"/>
              <a:sym typeface="Calibri"/>
            </a:endParaRPr>
          </a:p>
          <a:p>
            <a:pPr marL="0" lvl="0" indent="0" rtl="0">
              <a:spcBef>
                <a:spcPts val="0"/>
              </a:spcBef>
              <a:spcAft>
                <a:spcPts val="0"/>
              </a:spcAft>
              <a:buClr>
                <a:schemeClr val="accent2"/>
              </a:buClr>
              <a:buFont typeface="Noto Symbol"/>
              <a:buNone/>
            </a:pPr>
            <a:r>
              <a:rPr lang="en-US" sz="1200" dirty="0">
                <a:solidFill>
                  <a:srgbClr val="7F7F7F"/>
                </a:solidFill>
                <a:latin typeface="Calibri"/>
                <a:ea typeface="Calibri"/>
                <a:cs typeface="Calibri"/>
                <a:sym typeface="Calibri"/>
              </a:rPr>
              <a:t>Facebook				</a:t>
            </a:r>
            <a:r>
              <a:rPr lang="en-US" sz="1200" dirty="0" smtClean="0">
                <a:solidFill>
                  <a:srgbClr val="7F7F7F"/>
                </a:solidFill>
                <a:latin typeface="Calibri"/>
                <a:ea typeface="Calibri"/>
                <a:cs typeface="Calibri"/>
                <a:sym typeface="Calibri"/>
              </a:rPr>
              <a:t>- </a:t>
            </a:r>
            <a:r>
              <a:rPr lang="en-US" sz="1200" b="1" dirty="0">
                <a:solidFill>
                  <a:srgbClr val="7F7F7F"/>
                </a:solidFill>
                <a:latin typeface="Calibri"/>
                <a:ea typeface="Calibri"/>
                <a:cs typeface="Calibri"/>
                <a:sym typeface="Calibri"/>
              </a:rPr>
              <a:t>facebook.com/</a:t>
            </a:r>
            <a:r>
              <a:rPr lang="en-US" sz="1200" b="1" dirty="0" err="1">
                <a:solidFill>
                  <a:srgbClr val="7F7F7F"/>
                </a:solidFill>
                <a:latin typeface="Calibri"/>
                <a:ea typeface="Calibri"/>
                <a:cs typeface="Calibri"/>
                <a:sym typeface="Calibri"/>
              </a:rPr>
              <a:t>ThirdEyeData</a:t>
            </a:r>
            <a:endParaRPr sz="1200" b="1" dirty="0">
              <a:solidFill>
                <a:srgbClr val="7F7F7F"/>
              </a:solidFill>
              <a:latin typeface="Calibri"/>
              <a:ea typeface="Calibri"/>
              <a:cs typeface="Calibri"/>
              <a:sym typeface="Calibri"/>
            </a:endParaRPr>
          </a:p>
          <a:p>
            <a:pPr marL="0" lvl="0" indent="0" rtl="0">
              <a:spcBef>
                <a:spcPts val="0"/>
              </a:spcBef>
              <a:spcAft>
                <a:spcPts val="0"/>
              </a:spcAft>
              <a:buClr>
                <a:schemeClr val="accent2"/>
              </a:buClr>
              <a:buFont typeface="Noto Symbol"/>
              <a:buNone/>
            </a:pPr>
            <a:r>
              <a:rPr lang="en-US" sz="1200" dirty="0">
                <a:solidFill>
                  <a:srgbClr val="7F7F7F"/>
                </a:solidFill>
                <a:latin typeface="Calibri"/>
                <a:ea typeface="Calibri"/>
                <a:cs typeface="Calibri"/>
                <a:sym typeface="Calibri"/>
              </a:rPr>
              <a:t>YouTube				</a:t>
            </a:r>
            <a:r>
              <a:rPr lang="en-US" sz="1200" dirty="0" smtClean="0">
                <a:solidFill>
                  <a:srgbClr val="7F7F7F"/>
                </a:solidFill>
                <a:latin typeface="Calibri"/>
                <a:ea typeface="Calibri"/>
                <a:cs typeface="Calibri"/>
                <a:sym typeface="Calibri"/>
              </a:rPr>
              <a:t>- </a:t>
            </a:r>
            <a:r>
              <a:rPr lang="en-US" sz="1200" b="1" dirty="0">
                <a:solidFill>
                  <a:srgbClr val="7F7F7F"/>
                </a:solidFill>
                <a:latin typeface="Calibri"/>
                <a:ea typeface="Calibri"/>
                <a:cs typeface="Calibri"/>
                <a:sym typeface="Calibri"/>
              </a:rPr>
              <a:t>youtube.com/user/</a:t>
            </a:r>
            <a:r>
              <a:rPr lang="en-US" sz="1200" b="1" dirty="0" err="1">
                <a:solidFill>
                  <a:srgbClr val="7F7F7F"/>
                </a:solidFill>
                <a:latin typeface="Calibri"/>
                <a:ea typeface="Calibri"/>
                <a:cs typeface="Calibri"/>
                <a:sym typeface="Calibri"/>
              </a:rPr>
              <a:t>ThirdEyeCSS</a:t>
            </a:r>
            <a:r>
              <a:rPr lang="en-US" sz="1200" b="1" dirty="0">
                <a:solidFill>
                  <a:srgbClr val="7F7F7F"/>
                </a:solidFill>
                <a:latin typeface="Calibri"/>
                <a:ea typeface="Calibri"/>
                <a:cs typeface="Calibri"/>
                <a:sym typeface="Calibri"/>
              </a:rPr>
              <a:t/>
            </a:r>
            <a:br>
              <a:rPr lang="en-US" sz="1200" b="1" dirty="0">
                <a:solidFill>
                  <a:srgbClr val="7F7F7F"/>
                </a:solidFill>
                <a:latin typeface="Calibri"/>
                <a:ea typeface="Calibri"/>
                <a:cs typeface="Calibri"/>
                <a:sym typeface="Calibri"/>
              </a:rPr>
            </a:br>
            <a:r>
              <a:rPr lang="en-US" sz="1200" dirty="0">
                <a:solidFill>
                  <a:srgbClr val="7F7F7F"/>
                </a:solidFill>
                <a:latin typeface="Calibri"/>
                <a:ea typeface="Calibri"/>
                <a:cs typeface="Calibri"/>
                <a:sym typeface="Calibri"/>
              </a:rPr>
              <a:t>Vimeo				</a:t>
            </a:r>
            <a:r>
              <a:rPr lang="en-US" sz="1200" dirty="0" smtClean="0">
                <a:solidFill>
                  <a:srgbClr val="7F7F7F"/>
                </a:solidFill>
                <a:latin typeface="Calibri"/>
                <a:ea typeface="Calibri"/>
                <a:cs typeface="Calibri"/>
                <a:sym typeface="Calibri"/>
              </a:rPr>
              <a:t>- </a:t>
            </a:r>
            <a:r>
              <a:rPr lang="en-US" sz="1200" b="1" dirty="0" smtClean="0">
                <a:solidFill>
                  <a:srgbClr val="7F7F7F"/>
                </a:solidFill>
                <a:latin typeface="Calibri"/>
                <a:ea typeface="Calibri"/>
                <a:cs typeface="Calibri"/>
                <a:sym typeface="Calibri"/>
              </a:rPr>
              <a:t>vimeo.com/channels/</a:t>
            </a:r>
            <a:r>
              <a:rPr lang="en-US" sz="1200" b="1" dirty="0" err="1" smtClean="0">
                <a:solidFill>
                  <a:srgbClr val="7F7F7F"/>
                </a:solidFill>
                <a:latin typeface="Calibri"/>
                <a:ea typeface="Calibri"/>
                <a:cs typeface="Calibri"/>
                <a:sym typeface="Calibri"/>
              </a:rPr>
              <a:t>ThirdEyeData</a:t>
            </a:r>
            <a:endParaRPr sz="1200" dirty="0">
              <a:solidFill>
                <a:srgbClr val="7F7F7F"/>
              </a:solidFill>
              <a:latin typeface="Calibri"/>
              <a:ea typeface="Calibri"/>
              <a:cs typeface="Calibri"/>
              <a:sym typeface="Calibri"/>
            </a:endParaRPr>
          </a:p>
          <a:p>
            <a:pPr marL="320040" lvl="0" indent="-320040" rtl="0">
              <a:spcBef>
                <a:spcPts val="0"/>
              </a:spcBef>
              <a:spcAft>
                <a:spcPts val="0"/>
              </a:spcAft>
              <a:buClr>
                <a:schemeClr val="accent2"/>
              </a:buClr>
              <a:buFont typeface="Noto Symbol"/>
              <a:buNone/>
            </a:pPr>
            <a:endParaRPr b="1" dirty="0">
              <a:solidFill>
                <a:srgbClr val="0572AB"/>
              </a:solidFill>
              <a:latin typeface="Quattrocento Sans"/>
              <a:ea typeface="Quattrocento Sans"/>
              <a:cs typeface="Quattrocento Sans"/>
              <a:sym typeface="Quattrocento Sans"/>
            </a:endParaRPr>
          </a:p>
          <a:p>
            <a:pPr marL="320040" lvl="0" indent="-320040" rtl="0">
              <a:spcBef>
                <a:spcPts val="0"/>
              </a:spcBef>
              <a:spcAft>
                <a:spcPts val="0"/>
              </a:spcAft>
              <a:buClr>
                <a:schemeClr val="accent2"/>
              </a:buClr>
              <a:buFont typeface="Noto Symbol"/>
              <a:buNone/>
            </a:pPr>
            <a:endParaRPr b="1" dirty="0">
              <a:solidFill>
                <a:srgbClr val="0572AB"/>
              </a:solidFill>
              <a:latin typeface="Quattrocento Sans"/>
              <a:ea typeface="Quattrocento Sans"/>
              <a:cs typeface="Quattrocento Sans"/>
              <a:sym typeface="Quattrocento Sans"/>
            </a:endParaRPr>
          </a:p>
          <a:p>
            <a:pPr marL="0" lvl="0" indent="0" rtl="0">
              <a:spcBef>
                <a:spcPts val="700"/>
              </a:spcBef>
              <a:spcAft>
                <a:spcPts val="0"/>
              </a:spcAft>
              <a:buClr>
                <a:schemeClr val="accent2"/>
              </a:buClr>
              <a:buFont typeface="Noto Symbol"/>
              <a:buNone/>
            </a:pPr>
            <a:endParaRPr b="1" dirty="0">
              <a:solidFill>
                <a:srgbClr val="7F7F7F"/>
              </a:solidFill>
              <a:latin typeface="Quattrocento Sans"/>
              <a:ea typeface="Quattrocento Sans"/>
              <a:cs typeface="Quattrocento Sans"/>
              <a:sym typeface="Quattrocento Sans"/>
            </a:endParaRPr>
          </a:p>
        </p:txBody>
      </p:sp>
      <p:pic>
        <p:nvPicPr>
          <p:cNvPr id="50" name="Shape 50" descr="logo_te_300_linkedin.png"/>
          <p:cNvPicPr preferRelativeResize="0"/>
          <p:nvPr/>
        </p:nvPicPr>
        <p:blipFill rotWithShape="1">
          <a:blip r:embed="rId3">
            <a:alphaModFix/>
          </a:blip>
          <a:srcRect b="25843"/>
          <a:stretch/>
        </p:blipFill>
        <p:spPr>
          <a:xfrm>
            <a:off x="3548100" y="74275"/>
            <a:ext cx="1899600" cy="1408675"/>
          </a:xfrm>
          <a:prstGeom prst="rect">
            <a:avLst/>
          </a:prstGeom>
          <a:noFill/>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WidescreenPresentation">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356</TotalTime>
  <Words>404</Words>
  <Application>Microsoft Macintosh PowerPoint</Application>
  <PresentationFormat>On-screen Show (16:9)</PresentationFormat>
  <Paragraphs>57</Paragraphs>
  <Slides>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Calibri</vt:lpstr>
      <vt:lpstr>Quattrocento Sans</vt:lpstr>
      <vt:lpstr>Open Sans</vt:lpstr>
      <vt:lpstr>Libre Baskerville</vt:lpstr>
      <vt:lpstr>Noto Symbol</vt:lpstr>
      <vt:lpstr>WidescreenPresentation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15.0029</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Dj Das</cp:lastModifiedBy>
  <cp:revision>17</cp:revision>
  <cp:lastPrinted>2018-11-24T18:07:34Z</cp:lastPrinted>
  <dcterms:modified xsi:type="dcterms:W3CDTF">2018-11-24T18:07:48Z</dcterms:modified>
</cp:coreProperties>
</file>